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30"/>
  </p:notesMasterIdLst>
  <p:sldIdLst>
    <p:sldId id="256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22" r:id="rId2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7"/>
    <a:srgbClr val="0A8F5B"/>
    <a:srgbClr val="0B32FA"/>
    <a:srgbClr val="FF5F3A"/>
    <a:srgbClr val="FF1EF7"/>
    <a:srgbClr val="D421B5"/>
    <a:srgbClr val="D421B2"/>
    <a:srgbClr val="22ABD3"/>
    <a:srgbClr val="A8D421"/>
    <a:srgbClr val="20D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3"/>
    <p:restoredTop sz="94691"/>
  </p:normalViewPr>
  <p:slideViewPr>
    <p:cSldViewPr snapToGrid="0">
      <p:cViewPr varScale="1">
        <p:scale>
          <a:sx n="81" d="100"/>
          <a:sy n="81" d="100"/>
        </p:scale>
        <p:origin x="5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Cristinelli" userId="S::terry2.cristinelli@epitech.eu::d624533c-65f7-4927-9a14-2e0a306d26c9" providerId="AD" clId="Web-{25C6AF49-97E7-8BD3-78DD-EF18AC15B3D2}"/>
    <pc:docChg chg="addSld modSld sldOrd">
      <pc:chgData name="Terry Cristinelli" userId="S::terry2.cristinelli@epitech.eu::d624533c-65f7-4927-9a14-2e0a306d26c9" providerId="AD" clId="Web-{25C6AF49-97E7-8BD3-78DD-EF18AC15B3D2}" dt="2026-09-14T07:47:36.290" v="259" actId="20577"/>
      <pc:docMkLst>
        <pc:docMk/>
      </pc:docMkLst>
      <pc:sldChg chg="modSp">
        <pc:chgData name="Terry Cristinelli" userId="S::terry2.cristinelli@epitech.eu::d624533c-65f7-4927-9a14-2e0a306d26c9" providerId="AD" clId="Web-{25C6AF49-97E7-8BD3-78DD-EF18AC15B3D2}" dt="2026-09-14T07:41:27.747" v="206" actId="20577"/>
        <pc:sldMkLst>
          <pc:docMk/>
          <pc:sldMk cId="0" sldId="264"/>
        </pc:sldMkLst>
        <pc:spChg chg="mod">
          <ac:chgData name="Terry Cristinelli" userId="S::terry2.cristinelli@epitech.eu::d624533c-65f7-4927-9a14-2e0a306d26c9" providerId="AD" clId="Web-{25C6AF49-97E7-8BD3-78DD-EF18AC15B3D2}" dt="2026-09-14T07:41:27.747" v="206" actId="20577"/>
          <ac:spMkLst>
            <pc:docMk/>
            <pc:sldMk cId="0" sldId="264"/>
            <ac:spMk id="107" creationId="{00000000-0000-0000-0000-000000000000}"/>
          </ac:spMkLst>
        </pc:spChg>
        <pc:spChg chg="mod">
          <ac:chgData name="Terry Cristinelli" userId="S::terry2.cristinelli@epitech.eu::d624533c-65f7-4927-9a14-2e0a306d26c9" providerId="AD" clId="Web-{25C6AF49-97E7-8BD3-78DD-EF18AC15B3D2}" dt="2026-09-14T07:40:58.464" v="201" actId="20577"/>
          <ac:spMkLst>
            <pc:docMk/>
            <pc:sldMk cId="0" sldId="264"/>
            <ac:spMk id="115" creationId="{00000000-0000-0000-0000-000000000000}"/>
          </ac:spMkLst>
        </pc:spChg>
      </pc:sldChg>
      <pc:sldChg chg="delSp">
        <pc:chgData name="Terry Cristinelli" userId="S::terry2.cristinelli@epitech.eu::d624533c-65f7-4927-9a14-2e0a306d26c9" providerId="AD" clId="Web-{25C6AF49-97E7-8BD3-78DD-EF18AC15B3D2}" dt="2026-09-14T07:44:25.675" v="238"/>
        <pc:sldMkLst>
          <pc:docMk/>
          <pc:sldMk cId="0" sldId="271"/>
        </pc:sldMkLst>
        <pc:picChg chg="del">
          <ac:chgData name="Terry Cristinelli" userId="S::terry2.cristinelli@epitech.eu::d624533c-65f7-4927-9a14-2e0a306d26c9" providerId="AD" clId="Web-{25C6AF49-97E7-8BD3-78DD-EF18AC15B3D2}" dt="2026-09-14T07:44:25.675" v="238"/>
          <ac:picMkLst>
            <pc:docMk/>
            <pc:sldMk cId="0" sldId="271"/>
            <ac:picMk id="108" creationId="{00000000-0000-0000-0000-000000000000}"/>
          </ac:picMkLst>
        </pc:picChg>
      </pc:sldChg>
      <pc:sldChg chg="modSp">
        <pc:chgData name="Terry Cristinelli" userId="S::terry2.cristinelli@epitech.eu::d624533c-65f7-4927-9a14-2e0a306d26c9" providerId="AD" clId="Web-{25C6AF49-97E7-8BD3-78DD-EF18AC15B3D2}" dt="2026-09-14T07:33:42.903" v="59" actId="20577"/>
        <pc:sldMkLst>
          <pc:docMk/>
          <pc:sldMk cId="2683529429" sldId="2919"/>
        </pc:sldMkLst>
        <pc:spChg chg="mod">
          <ac:chgData name="Terry Cristinelli" userId="S::terry2.cristinelli@epitech.eu::d624533c-65f7-4927-9a14-2e0a306d26c9" providerId="AD" clId="Web-{25C6AF49-97E7-8BD3-78DD-EF18AC15B3D2}" dt="2026-09-14T07:33:42.903" v="59" actId="20577"/>
          <ac:spMkLst>
            <pc:docMk/>
            <pc:sldMk cId="2683529429" sldId="2919"/>
            <ac:spMk id="6" creationId="{7487C8CB-C8D6-BEB2-2F1D-2509BAAF2E07}"/>
          </ac:spMkLst>
        </pc:spChg>
      </pc:sldChg>
      <pc:sldChg chg="addSp delSp modSp add">
        <pc:chgData name="Terry Cristinelli" userId="S::terry2.cristinelli@epitech.eu::d624533c-65f7-4927-9a14-2e0a306d26c9" providerId="AD" clId="Web-{25C6AF49-97E7-8BD3-78DD-EF18AC15B3D2}" dt="2026-09-14T07:42:28.686" v="237" actId="1076"/>
        <pc:sldMkLst>
          <pc:docMk/>
          <pc:sldMk cId="2783042437" sldId="2953"/>
        </pc:sldMkLst>
        <pc:spChg chg="add mod">
          <ac:chgData name="Terry Cristinelli" userId="S::terry2.cristinelli@epitech.eu::d624533c-65f7-4927-9a14-2e0a306d26c9" providerId="AD" clId="Web-{25C6AF49-97E7-8BD3-78DD-EF18AC15B3D2}" dt="2026-09-14T07:25:06.229" v="13" actId="1076"/>
          <ac:spMkLst>
            <pc:docMk/>
            <pc:sldMk cId="2783042437" sldId="2953"/>
            <ac:spMk id="2" creationId="{3CB6B42A-5BC9-6F10-158C-E30B9054CFDE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5:06.244" v="14" actId="1076"/>
          <ac:spMkLst>
            <pc:docMk/>
            <pc:sldMk cId="2783042437" sldId="2953"/>
            <ac:spMk id="3" creationId="{F5B72F09-4CD5-058E-AADB-49F717B987C6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5:06.276" v="15" actId="1076"/>
          <ac:spMkLst>
            <pc:docMk/>
            <pc:sldMk cId="2783042437" sldId="2953"/>
            <ac:spMk id="4" creationId="{DF010AFD-2E0C-41D7-D2A6-01EBC43D5B5A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5:06.307" v="17" actId="1076"/>
          <ac:spMkLst>
            <pc:docMk/>
            <pc:sldMk cId="2783042437" sldId="2953"/>
            <ac:spMk id="6" creationId="{DFB51C36-7B5C-44E7-5D92-E5398E34C5AE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5:06.338" v="18" actId="1076"/>
          <ac:spMkLst>
            <pc:docMk/>
            <pc:sldMk cId="2783042437" sldId="2953"/>
            <ac:spMk id="7" creationId="{CF7211ED-BB7C-B836-A5D3-C11DD4F20E3B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5:06.354" v="19" actId="1076"/>
          <ac:spMkLst>
            <pc:docMk/>
            <pc:sldMk cId="2783042437" sldId="2953"/>
            <ac:spMk id="8" creationId="{DF8354F2-9ECE-9233-EBA2-C86B1E01C0B1}"/>
          </ac:spMkLst>
        </pc:spChg>
        <pc:spChg chg="add del">
          <ac:chgData name="Terry Cristinelli" userId="S::terry2.cristinelli@epitech.eu::d624533c-65f7-4927-9a14-2e0a306d26c9" providerId="AD" clId="Web-{25C6AF49-97E7-8BD3-78DD-EF18AC15B3D2}" dt="2026-09-14T07:25:28.948" v="22"/>
          <ac:spMkLst>
            <pc:docMk/>
            <pc:sldMk cId="2783042437" sldId="2953"/>
            <ac:spMk id="10" creationId="{7A4D2F8B-5A1D-24B9-089B-7405838D3CA3}"/>
          </ac:spMkLst>
        </pc:spChg>
        <pc:spChg chg="add del">
          <ac:chgData name="Terry Cristinelli" userId="S::terry2.cristinelli@epitech.eu::d624533c-65f7-4927-9a14-2e0a306d26c9" providerId="AD" clId="Web-{25C6AF49-97E7-8BD3-78DD-EF18AC15B3D2}" dt="2026-09-14T07:25:28.948" v="22"/>
          <ac:spMkLst>
            <pc:docMk/>
            <pc:sldMk cId="2783042437" sldId="2953"/>
            <ac:spMk id="12" creationId="{3A7804E0-FE12-367B-B3FE-8ED9988C4EB6}"/>
          </ac:spMkLst>
        </pc:spChg>
        <pc:spChg chg="add del">
          <ac:chgData name="Terry Cristinelli" userId="S::terry2.cristinelli@epitech.eu::d624533c-65f7-4927-9a14-2e0a306d26c9" providerId="AD" clId="Web-{25C6AF49-97E7-8BD3-78DD-EF18AC15B3D2}" dt="2026-09-14T07:25:35.902" v="26"/>
          <ac:spMkLst>
            <pc:docMk/>
            <pc:sldMk cId="2783042437" sldId="2953"/>
            <ac:spMk id="13" creationId="{AE86C17A-9094-4E55-BB88-54B99A4FCAE4}"/>
          </ac:spMkLst>
        </pc:spChg>
        <pc:spChg chg="add del">
          <ac:chgData name="Terry Cristinelli" userId="S::terry2.cristinelli@epitech.eu::d624533c-65f7-4927-9a14-2e0a306d26c9" providerId="AD" clId="Web-{25C6AF49-97E7-8BD3-78DD-EF18AC15B3D2}" dt="2026-09-14T07:25:35.902" v="24"/>
          <ac:spMkLst>
            <pc:docMk/>
            <pc:sldMk cId="2783042437" sldId="2953"/>
            <ac:spMk id="15" creationId="{5DF05EB9-4FA8-C9A5-CC54-3E0108DCA08A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5:58.606" v="34" actId="14100"/>
          <ac:spMkLst>
            <pc:docMk/>
            <pc:sldMk cId="2783042437" sldId="2953"/>
            <ac:spMk id="16" creationId="{46B8F088-8E17-7454-796B-0E602BD41589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42:28.686" v="237" actId="1076"/>
          <ac:spMkLst>
            <pc:docMk/>
            <pc:sldMk cId="2783042437" sldId="2953"/>
            <ac:spMk id="18" creationId="{ACC20B9C-7474-9E07-97B9-4490268D7B49}"/>
          </ac:spMkLst>
        </pc:spChg>
        <pc:spChg chg="add del mod">
          <ac:chgData name="Terry Cristinelli" userId="S::terry2.cristinelli@epitech.eu::d624533c-65f7-4927-9a14-2e0a306d26c9" providerId="AD" clId="Web-{25C6AF49-97E7-8BD3-78DD-EF18AC15B3D2}" dt="2026-09-14T07:26:11.809" v="39"/>
          <ac:spMkLst>
            <pc:docMk/>
            <pc:sldMk cId="2783042437" sldId="2953"/>
            <ac:spMk id="19" creationId="{EAE9C348-2DBA-5421-D2C0-379A4856CDC8}"/>
          </ac:spMkLst>
        </pc:spChg>
        <pc:spChg chg="add mod">
          <ac:chgData name="Terry Cristinelli" userId="S::terry2.cristinelli@epitech.eu::d624533c-65f7-4927-9a14-2e0a306d26c9" providerId="AD" clId="Web-{25C6AF49-97E7-8BD3-78DD-EF18AC15B3D2}" dt="2026-09-14T07:26:27.982" v="42" actId="14100"/>
          <ac:spMkLst>
            <pc:docMk/>
            <pc:sldMk cId="2783042437" sldId="2953"/>
            <ac:spMk id="20" creationId="{8BBB5956-475B-FFD6-5D26-6876DD15F39E}"/>
          </ac:spMkLst>
        </pc:spChg>
        <pc:spChg chg="mod">
          <ac:chgData name="Terry Cristinelli" userId="S::terry2.cristinelli@epitech.eu::d624533c-65f7-4927-9a14-2e0a306d26c9" providerId="AD" clId="Web-{25C6AF49-97E7-8BD3-78DD-EF18AC15B3D2}" dt="2026-09-14T07:42:22.592" v="235" actId="20577"/>
          <ac:spMkLst>
            <pc:docMk/>
            <pc:sldMk cId="2783042437" sldId="2953"/>
            <ac:spMk id="322" creationId="{00000000-0000-0000-0000-000000000000}"/>
          </ac:spMkLst>
        </pc:spChg>
        <pc:spChg chg="del">
          <ac:chgData name="Terry Cristinelli" userId="S::terry2.cristinelli@epitech.eu::d624533c-65f7-4927-9a14-2e0a306d26c9" providerId="AD" clId="Web-{25C6AF49-97E7-8BD3-78DD-EF18AC15B3D2}" dt="2026-09-14T07:24:51.103" v="10"/>
          <ac:spMkLst>
            <pc:docMk/>
            <pc:sldMk cId="2783042437" sldId="2953"/>
            <ac:spMk id="331" creationId="{00000000-0000-0000-0000-000000000000}"/>
          </ac:spMkLst>
        </pc:spChg>
        <pc:spChg chg="del">
          <ac:chgData name="Terry Cristinelli" userId="S::terry2.cristinelli@epitech.eu::d624533c-65f7-4927-9a14-2e0a306d26c9" providerId="AD" clId="Web-{25C6AF49-97E7-8BD3-78DD-EF18AC15B3D2}" dt="2026-09-14T07:24:51.103" v="9"/>
          <ac:spMkLst>
            <pc:docMk/>
            <pc:sldMk cId="2783042437" sldId="2953"/>
            <ac:spMk id="332" creationId="{00000000-0000-0000-0000-000000000000}"/>
          </ac:spMkLst>
        </pc:spChg>
        <pc:spChg chg="del">
          <ac:chgData name="Terry Cristinelli" userId="S::terry2.cristinelli@epitech.eu::d624533c-65f7-4927-9a14-2e0a306d26c9" providerId="AD" clId="Web-{25C6AF49-97E7-8BD3-78DD-EF18AC15B3D2}" dt="2026-09-14T07:24:51.103" v="8"/>
          <ac:spMkLst>
            <pc:docMk/>
            <pc:sldMk cId="2783042437" sldId="2953"/>
            <ac:spMk id="333" creationId="{00000000-0000-0000-0000-000000000000}"/>
          </ac:spMkLst>
        </pc:spChg>
        <pc:spChg chg="del">
          <ac:chgData name="Terry Cristinelli" userId="S::terry2.cristinelli@epitech.eu::d624533c-65f7-4927-9a14-2e0a306d26c9" providerId="AD" clId="Web-{25C6AF49-97E7-8BD3-78DD-EF18AC15B3D2}" dt="2026-09-14T07:24:33.150" v="3"/>
          <ac:spMkLst>
            <pc:docMk/>
            <pc:sldMk cId="2783042437" sldId="2953"/>
            <ac:spMk id="387" creationId="{00000000-0000-0000-0000-000000000000}"/>
          </ac:spMkLst>
        </pc:spChg>
        <pc:spChg chg="del">
          <ac:chgData name="Terry Cristinelli" userId="S::terry2.cristinelli@epitech.eu::d624533c-65f7-4927-9a14-2e0a306d26c9" providerId="AD" clId="Web-{25C6AF49-97E7-8BD3-78DD-EF18AC15B3D2}" dt="2026-09-14T07:24:33.150" v="2"/>
          <ac:spMkLst>
            <pc:docMk/>
            <pc:sldMk cId="2783042437" sldId="2953"/>
            <ac:spMk id="388" creationId="{00000000-0000-0000-0000-000000000000}"/>
          </ac:spMkLst>
        </pc:spChg>
        <pc:spChg chg="add del">
          <ac:chgData name="Terry Cristinelli" userId="S::terry2.cristinelli@epitech.eu::d624533c-65f7-4927-9a14-2e0a306d26c9" providerId="AD" clId="Web-{25C6AF49-97E7-8BD3-78DD-EF18AC15B3D2}" dt="2026-09-14T07:24:41.072" v="6"/>
          <ac:spMkLst>
            <pc:docMk/>
            <pc:sldMk cId="2783042437" sldId="2953"/>
            <ac:spMk id="389" creationId="{00000000-0000-0000-0000-000000000000}"/>
          </ac:spMkLst>
        </pc:spChg>
        <pc:picChg chg="add mod">
          <ac:chgData name="Terry Cristinelli" userId="S::terry2.cristinelli@epitech.eu::d624533c-65f7-4927-9a14-2e0a306d26c9" providerId="AD" clId="Web-{25C6AF49-97E7-8BD3-78DD-EF18AC15B3D2}" dt="2026-09-14T07:25:06.291" v="16" actId="1076"/>
          <ac:picMkLst>
            <pc:docMk/>
            <pc:sldMk cId="2783042437" sldId="2953"/>
            <ac:picMk id="5" creationId="{2403DD64-4987-B6F3-656E-3FAD64764160}"/>
          </ac:picMkLst>
        </pc:picChg>
        <pc:picChg chg="add mod">
          <ac:chgData name="Terry Cristinelli" userId="S::terry2.cristinelli@epitech.eu::d624533c-65f7-4927-9a14-2e0a306d26c9" providerId="AD" clId="Web-{25C6AF49-97E7-8BD3-78DD-EF18AC15B3D2}" dt="2026-09-14T07:25:06.385" v="20" actId="1076"/>
          <ac:picMkLst>
            <pc:docMk/>
            <pc:sldMk cId="2783042437" sldId="2953"/>
            <ac:picMk id="9" creationId="{427896CA-03E7-987A-CFE7-7F9AB73D55E5}"/>
          </ac:picMkLst>
        </pc:picChg>
        <pc:picChg chg="add del">
          <ac:chgData name="Terry Cristinelli" userId="S::terry2.cristinelli@epitech.eu::d624533c-65f7-4927-9a14-2e0a306d26c9" providerId="AD" clId="Web-{25C6AF49-97E7-8BD3-78DD-EF18AC15B3D2}" dt="2026-09-14T07:25:28.948" v="22"/>
          <ac:picMkLst>
            <pc:docMk/>
            <pc:sldMk cId="2783042437" sldId="2953"/>
            <ac:picMk id="11" creationId="{5F4D6CB3-F9E3-06EB-2164-4EE68A9507CB}"/>
          </ac:picMkLst>
        </pc:picChg>
        <pc:picChg chg="add del">
          <ac:chgData name="Terry Cristinelli" userId="S::terry2.cristinelli@epitech.eu::d624533c-65f7-4927-9a14-2e0a306d26c9" providerId="AD" clId="Web-{25C6AF49-97E7-8BD3-78DD-EF18AC15B3D2}" dt="2026-09-14T07:25:35.902" v="25"/>
          <ac:picMkLst>
            <pc:docMk/>
            <pc:sldMk cId="2783042437" sldId="2953"/>
            <ac:picMk id="14" creationId="{27031EF3-3EA8-ECF8-D832-73D558D27E73}"/>
          </ac:picMkLst>
        </pc:picChg>
        <pc:picChg chg="add mod">
          <ac:chgData name="Terry Cristinelli" userId="S::terry2.cristinelli@epitech.eu::d624533c-65f7-4927-9a14-2e0a306d26c9" providerId="AD" clId="Web-{25C6AF49-97E7-8BD3-78DD-EF18AC15B3D2}" dt="2026-09-14T07:25:58.637" v="35" actId="14100"/>
          <ac:picMkLst>
            <pc:docMk/>
            <pc:sldMk cId="2783042437" sldId="2953"/>
            <ac:picMk id="17" creationId="{0E582087-4A32-D3F4-4B29-FDF2122B8B21}"/>
          </ac:picMkLst>
        </pc:picChg>
        <pc:picChg chg="del">
          <ac:chgData name="Terry Cristinelli" userId="S::terry2.cristinelli@epitech.eu::d624533c-65f7-4927-9a14-2e0a306d26c9" providerId="AD" clId="Web-{25C6AF49-97E7-8BD3-78DD-EF18AC15B3D2}" dt="2026-09-14T07:24:51.103" v="7"/>
          <ac:picMkLst>
            <pc:docMk/>
            <pc:sldMk cId="2783042437" sldId="2953"/>
            <ac:picMk id="378" creationId="{00000000-0000-0000-0000-000000000000}"/>
          </ac:picMkLst>
        </pc:picChg>
        <pc:picChg chg="del">
          <ac:chgData name="Terry Cristinelli" userId="S::terry2.cristinelli@epitech.eu::d624533c-65f7-4927-9a14-2e0a306d26c9" providerId="AD" clId="Web-{25C6AF49-97E7-8BD3-78DD-EF18AC15B3D2}" dt="2026-09-14T07:24:33.150" v="1"/>
          <ac:picMkLst>
            <pc:docMk/>
            <pc:sldMk cId="2783042437" sldId="2953"/>
            <ac:picMk id="390" creationId="{00000000-0000-0000-0000-000000000000}"/>
          </ac:picMkLst>
        </pc:picChg>
      </pc:sldChg>
      <pc:sldChg chg="delSp modSp add replId">
        <pc:chgData name="Terry Cristinelli" userId="S::terry2.cristinelli@epitech.eu::d624533c-65f7-4927-9a14-2e0a306d26c9" providerId="AD" clId="Web-{25C6AF49-97E7-8BD3-78DD-EF18AC15B3D2}" dt="2026-09-14T07:34:18.107" v="70" actId="20577"/>
        <pc:sldMkLst>
          <pc:docMk/>
          <pc:sldMk cId="2809876481" sldId="2954"/>
        </pc:sldMkLst>
        <pc:spChg chg="mod">
          <ac:chgData name="Terry Cristinelli" userId="S::terry2.cristinelli@epitech.eu::d624533c-65f7-4927-9a14-2e0a306d26c9" providerId="AD" clId="Web-{25C6AF49-97E7-8BD3-78DD-EF18AC15B3D2}" dt="2026-09-14T07:34:18.107" v="70" actId="20577"/>
          <ac:spMkLst>
            <pc:docMk/>
            <pc:sldMk cId="2809876481" sldId="2954"/>
            <ac:spMk id="105" creationId="{68D9F9FD-F481-70D5-74C3-4626693F46C2}"/>
          </ac:spMkLst>
        </pc:spChg>
        <pc:spChg chg="del mod">
          <ac:chgData name="Terry Cristinelli" userId="S::terry2.cristinelli@epitech.eu::d624533c-65f7-4927-9a14-2e0a306d26c9" providerId="AD" clId="Web-{25C6AF49-97E7-8BD3-78DD-EF18AC15B3D2}" dt="2026-09-14T07:34:12.904" v="65"/>
          <ac:spMkLst>
            <pc:docMk/>
            <pc:sldMk cId="2809876481" sldId="2954"/>
            <ac:spMk id="106" creationId="{1C823383-1EAF-6724-81EF-31D8C2D714BE}"/>
          </ac:spMkLst>
        </pc:spChg>
      </pc:sldChg>
      <pc:sldChg chg="modSp add replId">
        <pc:chgData name="Terry Cristinelli" userId="S::terry2.cristinelli@epitech.eu::d624533c-65f7-4927-9a14-2e0a306d26c9" providerId="AD" clId="Web-{25C6AF49-97E7-8BD3-78DD-EF18AC15B3D2}" dt="2026-09-14T07:47:36.290" v="259" actId="20577"/>
        <pc:sldMkLst>
          <pc:docMk/>
          <pc:sldMk cId="2940387436" sldId="2955"/>
        </pc:sldMkLst>
        <pc:spChg chg="mod">
          <ac:chgData name="Terry Cristinelli" userId="S::terry2.cristinelli@epitech.eu::d624533c-65f7-4927-9a14-2e0a306d26c9" providerId="AD" clId="Web-{25C6AF49-97E7-8BD3-78DD-EF18AC15B3D2}" dt="2026-09-14T07:47:36.290" v="259" actId="20577"/>
          <ac:spMkLst>
            <pc:docMk/>
            <pc:sldMk cId="2940387436" sldId="2955"/>
            <ac:spMk id="105" creationId="{194E721A-381A-478E-510E-DF7166E8D7FC}"/>
          </ac:spMkLst>
        </pc:spChg>
      </pc:sldChg>
      <pc:sldChg chg="delSp modSp add ord replId">
        <pc:chgData name="Terry Cristinelli" userId="S::terry2.cristinelli@epitech.eu::d624533c-65f7-4927-9a14-2e0a306d26c9" providerId="AD" clId="Web-{25C6AF49-97E7-8BD3-78DD-EF18AC15B3D2}" dt="2026-09-14T07:40:03.041" v="186" actId="20577"/>
        <pc:sldMkLst>
          <pc:docMk/>
          <pc:sldMk cId="2844828003" sldId="2956"/>
        </pc:sldMkLst>
        <pc:spChg chg="mod">
          <ac:chgData name="Terry Cristinelli" userId="S::terry2.cristinelli@epitech.eu::d624533c-65f7-4927-9a14-2e0a306d26c9" providerId="AD" clId="Web-{25C6AF49-97E7-8BD3-78DD-EF18AC15B3D2}" dt="2026-09-14T07:40:03.041" v="186" actId="20577"/>
          <ac:spMkLst>
            <pc:docMk/>
            <pc:sldMk cId="2844828003" sldId="2956"/>
            <ac:spMk id="105" creationId="{F231472D-8781-6D52-95E0-ADE45B023125}"/>
          </ac:spMkLst>
        </pc:spChg>
        <pc:spChg chg="del">
          <ac:chgData name="Terry Cristinelli" userId="S::terry2.cristinelli@epitech.eu::d624533c-65f7-4927-9a14-2e0a306d26c9" providerId="AD" clId="Web-{25C6AF49-97E7-8BD3-78DD-EF18AC15B3D2}" dt="2026-09-14T07:39:31.696" v="177"/>
          <ac:spMkLst>
            <pc:docMk/>
            <pc:sldMk cId="2844828003" sldId="2956"/>
            <ac:spMk id="107" creationId="{B303D2EB-489E-0659-722E-F7782949A18B}"/>
          </ac:spMkLst>
        </pc:spChg>
      </pc:sldChg>
      <pc:sldMasterChg chg="addSldLayout">
        <pc:chgData name="Terry Cristinelli" userId="S::terry2.cristinelli@epitech.eu::d624533c-65f7-4927-9a14-2e0a306d26c9" providerId="AD" clId="Web-{25C6AF49-97E7-8BD3-78DD-EF18AC15B3D2}" dt="2026-09-14T07:24:22.509" v="0"/>
        <pc:sldMasterMkLst>
          <pc:docMk/>
          <pc:sldMasterMk cId="0" sldId="2147483648"/>
        </pc:sldMasterMkLst>
        <pc:sldLayoutChg chg="add replId">
          <pc:chgData name="Terry Cristinelli" userId="S::terry2.cristinelli@epitech.eu::d624533c-65f7-4927-9a14-2e0a306d26c9" providerId="AD" clId="Web-{25C6AF49-97E7-8BD3-78DD-EF18AC15B3D2}" dt="2026-09-14T07:24:22.509" v="0"/>
          <pc:sldLayoutMkLst>
            <pc:docMk/>
            <pc:sldMasterMk cId="0" sldId="2147483648"/>
            <pc:sldLayoutMk cId="3793614355" sldId="2147483662"/>
          </pc:sldLayoutMkLst>
        </pc:sldLayoutChg>
      </pc:sldMasterChg>
    </pc:docChg>
  </pc:docChgLst>
  <pc:docChgLst>
    <pc:chgData name="Terry Cristinelli" userId="S::terry2.cristinelli@epitech.eu::d624533c-65f7-4927-9a14-2e0a306d26c9" providerId="AD" clId="Web-{1B4040A0-563B-7D4E-FD55-A2D6783492C9}"/>
    <pc:docChg chg="addSld delSld sldOrd">
      <pc:chgData name="Terry Cristinelli" userId="S::terry2.cristinelli@epitech.eu::d624533c-65f7-4927-9a14-2e0a306d26c9" providerId="AD" clId="Web-{1B4040A0-563B-7D4E-FD55-A2D6783492C9}" dt="2026-09-13T18:57:01.203" v="4"/>
      <pc:docMkLst>
        <pc:docMk/>
      </pc:docMkLst>
      <pc:sldChg chg="add">
        <pc:chgData name="Terry Cristinelli" userId="S::terry2.cristinelli@epitech.eu::d624533c-65f7-4927-9a14-2e0a306d26c9" providerId="AD" clId="Web-{1B4040A0-563B-7D4E-FD55-A2D6783492C9}" dt="2026-09-13T18:57:01.203" v="4"/>
        <pc:sldMkLst>
          <pc:docMk/>
          <pc:sldMk cId="0" sldId="257"/>
        </pc:sldMkLst>
      </pc:sldChg>
      <pc:sldChg chg="add ord">
        <pc:chgData name="Terry Cristinelli" userId="S::terry2.cristinelli@epitech.eu::d624533c-65f7-4927-9a14-2e0a306d26c9" providerId="AD" clId="Web-{1B4040A0-563B-7D4E-FD55-A2D6783492C9}" dt="2026-09-13T18:56:32.389" v="1"/>
        <pc:sldMkLst>
          <pc:docMk/>
          <pc:sldMk cId="2612803174" sldId="2952"/>
        </pc:sldMkLst>
      </pc:sldChg>
      <pc:sldChg chg="add del">
        <pc:chgData name="Terry Cristinelli" userId="S::terry2.cristinelli@epitech.eu::d624533c-65f7-4927-9a14-2e0a306d26c9" providerId="AD" clId="Web-{1B4040A0-563B-7D4E-FD55-A2D6783492C9}" dt="2026-09-13T18:56:51.437" v="3"/>
        <pc:sldMkLst>
          <pc:docMk/>
          <pc:sldMk cId="3881592504" sldId="2953"/>
        </pc:sldMkLst>
      </pc:sldChg>
    </pc:docChg>
  </pc:docChgLst>
  <pc:docChgLst>
    <pc:chgData name="Christophe Sundas" userId="S::christophe1.sundas@epitech.eu::1d58a523-e42d-4be1-9095-9d3c40fd2972" providerId="AD" clId="Web-{7C5113C7-780E-DA68-D0C6-CA057F820EF0}"/>
    <pc:docChg chg="addSld delSld modSld">
      <pc:chgData name="Christophe Sundas" userId="S::christophe1.sundas@epitech.eu::1d58a523-e42d-4be1-9095-9d3c40fd2972" providerId="AD" clId="Web-{7C5113C7-780E-DA68-D0C6-CA057F820EF0}" dt="2026-09-11T12:55:13.610" v="137" actId="20577"/>
      <pc:docMkLst>
        <pc:docMk/>
      </pc:docMkLst>
      <pc:sldChg chg="modSp">
        <pc:chgData name="Christophe Sundas" userId="S::christophe1.sundas@epitech.eu::1d58a523-e42d-4be1-9095-9d3c40fd2972" providerId="AD" clId="Web-{7C5113C7-780E-DA68-D0C6-CA057F820EF0}" dt="2026-09-11T12:16:16.128" v="1" actId="20577"/>
        <pc:sldMkLst>
          <pc:docMk/>
          <pc:sldMk cId="0" sldId="260"/>
        </pc:sldMkLst>
        <pc:spChg chg="mod">
          <ac:chgData name="Christophe Sundas" userId="S::christophe1.sundas@epitech.eu::1d58a523-e42d-4be1-9095-9d3c40fd2972" providerId="AD" clId="Web-{7C5113C7-780E-DA68-D0C6-CA057F820EF0}" dt="2026-09-11T12:16:16.128" v="1" actId="20577"/>
          <ac:spMkLst>
            <pc:docMk/>
            <pc:sldMk cId="0" sldId="260"/>
            <ac:spMk id="107" creationId="{00000000-0000-0000-0000-000000000000}"/>
          </ac:spMkLst>
        </pc:spChg>
      </pc:sldChg>
      <pc:sldChg chg="modSp">
        <pc:chgData name="Christophe Sundas" userId="S::christophe1.sundas@epitech.eu::1d58a523-e42d-4be1-9095-9d3c40fd2972" providerId="AD" clId="Web-{7C5113C7-780E-DA68-D0C6-CA057F820EF0}" dt="2026-09-11T12:16:50.520" v="3" actId="20577"/>
        <pc:sldMkLst>
          <pc:docMk/>
          <pc:sldMk cId="0" sldId="265"/>
        </pc:sldMkLst>
        <pc:spChg chg="mod">
          <ac:chgData name="Christophe Sundas" userId="S::christophe1.sundas@epitech.eu::1d58a523-e42d-4be1-9095-9d3c40fd2972" providerId="AD" clId="Web-{7C5113C7-780E-DA68-D0C6-CA057F820EF0}" dt="2026-09-11T12:16:50.520" v="3" actId="20577"/>
          <ac:spMkLst>
            <pc:docMk/>
            <pc:sldMk cId="0" sldId="265"/>
            <ac:spMk id="107" creationId="{00000000-0000-0000-0000-000000000000}"/>
          </ac:spMkLst>
        </pc:spChg>
      </pc:sldChg>
      <pc:sldChg chg="addSp modSp">
        <pc:chgData name="Christophe Sundas" userId="S::christophe1.sundas@epitech.eu::1d58a523-e42d-4be1-9095-9d3c40fd2972" providerId="AD" clId="Web-{7C5113C7-780E-DA68-D0C6-CA057F820EF0}" dt="2026-09-11T12:19:37.353" v="6"/>
        <pc:sldMkLst>
          <pc:docMk/>
          <pc:sldMk cId="0" sldId="266"/>
        </pc:sldMkLst>
        <pc:picChg chg="add mod modCrop">
          <ac:chgData name="Christophe Sundas" userId="S::christophe1.sundas@epitech.eu::1d58a523-e42d-4be1-9095-9d3c40fd2972" providerId="AD" clId="Web-{7C5113C7-780E-DA68-D0C6-CA057F820EF0}" dt="2026-09-11T12:19:37.353" v="6"/>
          <ac:picMkLst>
            <pc:docMk/>
            <pc:sldMk cId="0" sldId="266"/>
            <ac:picMk id="3" creationId="{BC6C502F-49A4-88D8-D0B1-71F30369B50D}"/>
          </ac:picMkLst>
        </pc:picChg>
      </pc:sldChg>
      <pc:sldChg chg="add">
        <pc:chgData name="Christophe Sundas" userId="S::christophe1.sundas@epitech.eu::1d58a523-e42d-4be1-9095-9d3c40fd2972" providerId="AD" clId="Web-{7C5113C7-780E-DA68-D0C6-CA057F820EF0}" dt="2026-09-11T12:38:44.187" v="25"/>
        <pc:sldMkLst>
          <pc:docMk/>
          <pc:sldMk cId="0" sldId="308"/>
        </pc:sldMkLst>
      </pc:sldChg>
      <pc:sldChg chg="add">
        <pc:chgData name="Christophe Sundas" userId="S::christophe1.sundas@epitech.eu::1d58a523-e42d-4be1-9095-9d3c40fd2972" providerId="AD" clId="Web-{7C5113C7-780E-DA68-D0C6-CA057F820EF0}" dt="2026-09-11T12:49:27.817" v="116"/>
        <pc:sldMkLst>
          <pc:docMk/>
          <pc:sldMk cId="1407505459" sldId="325"/>
        </pc:sldMkLst>
      </pc:sldChg>
      <pc:sldChg chg="modSp">
        <pc:chgData name="Christophe Sundas" userId="S::christophe1.sundas@epitech.eu::1d58a523-e42d-4be1-9095-9d3c40fd2972" providerId="AD" clId="Web-{7C5113C7-780E-DA68-D0C6-CA057F820EF0}" dt="2026-09-11T12:36:08.604" v="23" actId="20577"/>
        <pc:sldMkLst>
          <pc:docMk/>
          <pc:sldMk cId="3164295718" sldId="2910"/>
        </pc:sldMkLst>
        <pc:spChg chg="mod">
          <ac:chgData name="Christophe Sundas" userId="S::christophe1.sundas@epitech.eu::1d58a523-e42d-4be1-9095-9d3c40fd2972" providerId="AD" clId="Web-{7C5113C7-780E-DA68-D0C6-CA057F820EF0}" dt="2026-09-11T12:36:08.604" v="23" actId="20577"/>
          <ac:spMkLst>
            <pc:docMk/>
            <pc:sldMk cId="3164295718" sldId="2910"/>
            <ac:spMk id="112" creationId="{00000000-0000-0000-0000-000000000000}"/>
          </ac:spMkLst>
        </pc:spChg>
      </pc:sldChg>
      <pc:sldChg chg="addSp delSp modSp">
        <pc:chgData name="Christophe Sundas" userId="S::christophe1.sundas@epitech.eu::1d58a523-e42d-4be1-9095-9d3c40fd2972" providerId="AD" clId="Web-{7C5113C7-780E-DA68-D0C6-CA057F820EF0}" dt="2026-09-11T12:48:55.926" v="111" actId="20577"/>
        <pc:sldMkLst>
          <pc:docMk/>
          <pc:sldMk cId="2683529429" sldId="2919"/>
        </pc:sldMkLst>
        <pc:spChg chg="add">
          <ac:chgData name="Christophe Sundas" userId="S::christophe1.sundas@epitech.eu::1d58a523-e42d-4be1-9095-9d3c40fd2972" providerId="AD" clId="Web-{7C5113C7-780E-DA68-D0C6-CA057F820EF0}" dt="2026-09-11T12:47:57.986" v="100"/>
          <ac:spMkLst>
            <pc:docMk/>
            <pc:sldMk cId="2683529429" sldId="2919"/>
            <ac:spMk id="5" creationId="{1C1F9EDD-7FB3-E911-19F7-2F8D45547C54}"/>
          </ac:spMkLst>
        </pc:spChg>
        <pc:spChg chg="mod">
          <ac:chgData name="Christophe Sundas" userId="S::christophe1.sundas@epitech.eu::1d58a523-e42d-4be1-9095-9d3c40fd2972" providerId="AD" clId="Web-{7C5113C7-780E-DA68-D0C6-CA057F820EF0}" dt="2026-09-11T12:48:36.753" v="105" actId="20577"/>
          <ac:spMkLst>
            <pc:docMk/>
            <pc:sldMk cId="2683529429" sldId="2919"/>
            <ac:spMk id="124" creationId="{00000000-0000-0000-0000-000000000000}"/>
          </ac:spMkLst>
        </pc:spChg>
        <pc:picChg chg="add mod modCrop">
          <ac:chgData name="Christophe Sundas" userId="S::christophe1.sundas@epitech.eu::1d58a523-e42d-4be1-9095-9d3c40fd2972" providerId="AD" clId="Web-{7C5113C7-780E-DA68-D0C6-CA057F820EF0}" dt="2026-09-11T12:47:40.267" v="94" actId="1076"/>
          <ac:picMkLst>
            <pc:docMk/>
            <pc:sldMk cId="2683529429" sldId="2919"/>
            <ac:picMk id="3" creationId="{F6EB5EF3-B0F2-6DAC-3D31-518DD1DA1C8F}"/>
          </ac:picMkLst>
        </pc:picChg>
      </pc:sldChg>
      <pc:sldChg chg="add del">
        <pc:chgData name="Christophe Sundas" userId="S::christophe1.sundas@epitech.eu::1d58a523-e42d-4be1-9095-9d3c40fd2972" providerId="AD" clId="Web-{7C5113C7-780E-DA68-D0C6-CA057F820EF0}" dt="2026-09-11T12:49:17.879" v="115"/>
        <pc:sldMkLst>
          <pc:docMk/>
          <pc:sldMk cId="1262597506" sldId="2927"/>
        </pc:sldMkLst>
      </pc:sldChg>
      <pc:sldChg chg="add">
        <pc:chgData name="Christophe Sundas" userId="S::christophe1.sundas@epitech.eu::1d58a523-e42d-4be1-9095-9d3c40fd2972" providerId="AD" clId="Web-{7C5113C7-780E-DA68-D0C6-CA057F820EF0}" dt="2026-09-11T12:24:37.722" v="7"/>
        <pc:sldMkLst>
          <pc:docMk/>
          <pc:sldMk cId="762786630" sldId="2935"/>
        </pc:sldMkLst>
      </pc:sldChg>
      <pc:sldChg chg="addSp delSp add">
        <pc:chgData name="Christophe Sundas" userId="S::christophe1.sundas@epitech.eu::1d58a523-e42d-4be1-9095-9d3c40fd2972" providerId="AD" clId="Web-{7C5113C7-780E-DA68-D0C6-CA057F820EF0}" dt="2026-09-11T12:52:03.869" v="128"/>
        <pc:sldMkLst>
          <pc:docMk/>
          <pc:sldMk cId="795310361" sldId="2936"/>
        </pc:sldMkLst>
        <pc:spChg chg="add del">
          <ac:chgData name="Christophe Sundas" userId="S::christophe1.sundas@epitech.eu::1d58a523-e42d-4be1-9095-9d3c40fd2972" providerId="AD" clId="Web-{7C5113C7-780E-DA68-D0C6-CA057F820EF0}" dt="2026-09-11T12:52:03.869" v="128"/>
          <ac:spMkLst>
            <pc:docMk/>
            <pc:sldMk cId="795310361" sldId="2936"/>
            <ac:spMk id="19" creationId="{6F22C0C5-1DE6-2067-511D-4BABC202147B}"/>
          </ac:spMkLst>
        </pc:spChg>
        <pc:spChg chg="add del">
          <ac:chgData name="Christophe Sundas" userId="S::christophe1.sundas@epitech.eu::1d58a523-e42d-4be1-9095-9d3c40fd2972" providerId="AD" clId="Web-{7C5113C7-780E-DA68-D0C6-CA057F820EF0}" dt="2026-09-11T12:52:03.729" v="127"/>
          <ac:spMkLst>
            <pc:docMk/>
            <pc:sldMk cId="795310361" sldId="2936"/>
            <ac:spMk id="21" creationId="{8F3807E2-3459-E738-9D07-90BAA37611CA}"/>
          </ac:spMkLst>
        </pc:spChg>
      </pc:sldChg>
    </pc:docChg>
  </pc:docChgLst>
  <pc:docChgLst>
    <pc:chgData name="Yann Magnin" userId="S::yann1.magnin@epitech.eu::764eb452-4c17-40dd-b50c-dc90db2f5643" providerId="AD" clId="Web-{8E7F0664-3E9E-FE54-E3A5-7EA9F7E1402E}"/>
    <pc:docChg chg="delSld modSld">
      <pc:chgData name="Yann Magnin" userId="S::yann1.magnin@epitech.eu::764eb452-4c17-40dd-b50c-dc90db2f5643" providerId="AD" clId="Web-{8E7F0664-3E9E-FE54-E3A5-7EA9F7E1402E}" dt="2026-09-11T15:36:04.062" v="6"/>
      <pc:docMkLst>
        <pc:docMk/>
      </pc:docMkLst>
      <pc:sldChg chg="addSp delSp modSp">
        <pc:chgData name="Yann Magnin" userId="S::yann1.magnin@epitech.eu::764eb452-4c17-40dd-b50c-dc90db2f5643" providerId="AD" clId="Web-{8E7F0664-3E9E-FE54-E3A5-7EA9F7E1402E}" dt="2026-09-11T15:24:33.227" v="5" actId="1076"/>
        <pc:sldMkLst>
          <pc:docMk/>
          <pc:sldMk cId="0" sldId="266"/>
        </pc:sldMkLst>
        <pc:picChg chg="add del mod">
          <ac:chgData name="Yann Magnin" userId="S::yann1.magnin@epitech.eu::764eb452-4c17-40dd-b50c-dc90db2f5643" providerId="AD" clId="Web-{8E7F0664-3E9E-FE54-E3A5-7EA9F7E1402E}" dt="2026-09-11T15:24:33.227" v="5" actId="1076"/>
          <ac:picMkLst>
            <pc:docMk/>
            <pc:sldMk cId="0" sldId="266"/>
            <ac:picMk id="3" creationId="{BC6C502F-49A4-88D8-D0B1-71F30369B50D}"/>
          </ac:picMkLst>
        </pc:picChg>
      </pc:sldChg>
    </pc:docChg>
  </pc:docChgLst>
  <pc:docChgLst>
    <pc:chgData name="Terry Cristinelli" userId="S::terry2.cristinelli@epitech.eu::d624533c-65f7-4927-9a14-2e0a306d26c9" providerId="AD" clId="Web-{2FC8EEF4-AEF0-BA1F-7C45-E93ECC2346F2}"/>
    <pc:docChg chg="delSld modSld">
      <pc:chgData name="Terry Cristinelli" userId="S::terry2.cristinelli@epitech.eu::d624533c-65f7-4927-9a14-2e0a306d26c9" providerId="AD" clId="Web-{2FC8EEF4-AEF0-BA1F-7C45-E93ECC2346F2}" dt="2026-09-13T21:12:46.561" v="128" actId="20577"/>
      <pc:docMkLst>
        <pc:docMk/>
      </pc:docMkLst>
      <pc:sldChg chg="del">
        <pc:chgData name="Terry Cristinelli" userId="S::terry2.cristinelli@epitech.eu::d624533c-65f7-4927-9a14-2e0a306d26c9" providerId="AD" clId="Web-{2FC8EEF4-AEF0-BA1F-7C45-E93ECC2346F2}" dt="2026-09-13T21:02:23.991" v="0"/>
        <pc:sldMkLst>
          <pc:docMk/>
          <pc:sldMk cId="0" sldId="277"/>
        </pc:sldMkLst>
      </pc:sldChg>
      <pc:sldChg chg="modSp">
        <pc:chgData name="Terry Cristinelli" userId="S::terry2.cristinelli@epitech.eu::d624533c-65f7-4927-9a14-2e0a306d26c9" providerId="AD" clId="Web-{2FC8EEF4-AEF0-BA1F-7C45-E93ECC2346F2}" dt="2026-09-13T21:08:25.567" v="40" actId="20577"/>
        <pc:sldMkLst>
          <pc:docMk/>
          <pc:sldMk cId="0" sldId="308"/>
        </pc:sldMkLst>
        <pc:spChg chg="mod">
          <ac:chgData name="Terry Cristinelli" userId="S::terry2.cristinelli@epitech.eu::d624533c-65f7-4927-9a14-2e0a306d26c9" providerId="AD" clId="Web-{2FC8EEF4-AEF0-BA1F-7C45-E93ECC2346F2}" dt="2026-09-13T21:08:25.567" v="40" actId="20577"/>
          <ac:spMkLst>
            <pc:docMk/>
            <pc:sldMk cId="0" sldId="308"/>
            <ac:spMk id="25" creationId="{F1B51475-2381-8F0C-8776-37E13D43D5A0}"/>
          </ac:spMkLst>
        </pc:spChg>
      </pc:sldChg>
      <pc:sldChg chg="modSp">
        <pc:chgData name="Terry Cristinelli" userId="S::terry2.cristinelli@epitech.eu::d624533c-65f7-4927-9a14-2e0a306d26c9" providerId="AD" clId="Web-{2FC8EEF4-AEF0-BA1F-7C45-E93ECC2346F2}" dt="2026-09-13T21:05:54.530" v="1" actId="20577"/>
        <pc:sldMkLst>
          <pc:docMk/>
          <pc:sldMk cId="2087177050" sldId="2884"/>
        </pc:sldMkLst>
        <pc:spChg chg="mod">
          <ac:chgData name="Terry Cristinelli" userId="S::terry2.cristinelli@epitech.eu::d624533c-65f7-4927-9a14-2e0a306d26c9" providerId="AD" clId="Web-{2FC8EEF4-AEF0-BA1F-7C45-E93ECC2346F2}" dt="2026-09-13T21:05:54.530" v="1" actId="20577"/>
          <ac:spMkLst>
            <pc:docMk/>
            <pc:sldMk cId="2087177050" sldId="2884"/>
            <ac:spMk id="114" creationId="{00000000-0000-0000-0000-000000000000}"/>
          </ac:spMkLst>
        </pc:spChg>
      </pc:sldChg>
      <pc:sldChg chg="del">
        <pc:chgData name="Terry Cristinelli" userId="S::terry2.cristinelli@epitech.eu::d624533c-65f7-4927-9a14-2e0a306d26c9" providerId="AD" clId="Web-{2FC8EEF4-AEF0-BA1F-7C45-E93ECC2346F2}" dt="2026-09-13T21:06:31.875" v="2"/>
        <pc:sldMkLst>
          <pc:docMk/>
          <pc:sldMk cId="1019466239" sldId="2909"/>
        </pc:sldMkLst>
      </pc:sldChg>
      <pc:sldChg chg="modSp">
        <pc:chgData name="Terry Cristinelli" userId="S::terry2.cristinelli@epitech.eu::d624533c-65f7-4927-9a14-2e0a306d26c9" providerId="AD" clId="Web-{2FC8EEF4-AEF0-BA1F-7C45-E93ECC2346F2}" dt="2026-09-13T21:07:03.486" v="16" actId="20577"/>
        <pc:sldMkLst>
          <pc:docMk/>
          <pc:sldMk cId="102973258" sldId="2912"/>
        </pc:sldMkLst>
        <pc:spChg chg="mod">
          <ac:chgData name="Terry Cristinelli" userId="S::terry2.cristinelli@epitech.eu::d624533c-65f7-4927-9a14-2e0a306d26c9" providerId="AD" clId="Web-{2FC8EEF4-AEF0-BA1F-7C45-E93ECC2346F2}" dt="2026-09-13T21:07:03.486" v="16" actId="20577"/>
          <ac:spMkLst>
            <pc:docMk/>
            <pc:sldMk cId="102973258" sldId="2912"/>
            <ac:spMk id="113" creationId="{00000000-0000-0000-0000-000000000000}"/>
          </ac:spMkLst>
        </pc:spChg>
      </pc:sldChg>
      <pc:sldChg chg="modSp">
        <pc:chgData name="Terry Cristinelli" userId="S::terry2.cristinelli@epitech.eu::d624533c-65f7-4927-9a14-2e0a306d26c9" providerId="AD" clId="Web-{2FC8EEF4-AEF0-BA1F-7C45-E93ECC2346F2}" dt="2026-09-13T21:07:52.488" v="37" actId="20577"/>
        <pc:sldMkLst>
          <pc:docMk/>
          <pc:sldMk cId="1966091795" sldId="2913"/>
        </pc:sldMkLst>
        <pc:spChg chg="mod">
          <ac:chgData name="Terry Cristinelli" userId="S::terry2.cristinelli@epitech.eu::d624533c-65f7-4927-9a14-2e0a306d26c9" providerId="AD" clId="Web-{2FC8EEF4-AEF0-BA1F-7C45-E93ECC2346F2}" dt="2026-09-13T21:07:52.488" v="37" actId="20577"/>
          <ac:spMkLst>
            <pc:docMk/>
            <pc:sldMk cId="1966091795" sldId="2913"/>
            <ac:spMk id="107" creationId="{00000000-0000-0000-0000-000000000000}"/>
          </ac:spMkLst>
        </pc:spChg>
      </pc:sldChg>
      <pc:sldChg chg="del">
        <pc:chgData name="Terry Cristinelli" userId="S::terry2.cristinelli@epitech.eu::d624533c-65f7-4927-9a14-2e0a306d26c9" providerId="AD" clId="Web-{2FC8EEF4-AEF0-BA1F-7C45-E93ECC2346F2}" dt="2026-09-13T21:08:48.630" v="41"/>
        <pc:sldMkLst>
          <pc:docMk/>
          <pc:sldMk cId="720888866" sldId="2914"/>
        </pc:sldMkLst>
      </pc:sldChg>
      <pc:sldChg chg="addSp delSp modSp">
        <pc:chgData name="Terry Cristinelli" userId="S::terry2.cristinelli@epitech.eu::d624533c-65f7-4927-9a14-2e0a306d26c9" providerId="AD" clId="Web-{2FC8EEF4-AEF0-BA1F-7C45-E93ECC2346F2}" dt="2026-09-13T21:12:46.561" v="128" actId="20577"/>
        <pc:sldMkLst>
          <pc:docMk/>
          <pc:sldMk cId="2683529429" sldId="2919"/>
        </pc:sldMkLst>
        <pc:spChg chg="add del">
          <ac:chgData name="Terry Cristinelli" userId="S::terry2.cristinelli@epitech.eu::d624533c-65f7-4927-9a14-2e0a306d26c9" providerId="AD" clId="Web-{2FC8EEF4-AEF0-BA1F-7C45-E93ECC2346F2}" dt="2026-09-13T21:12:30.326" v="112"/>
          <ac:spMkLst>
            <pc:docMk/>
            <pc:sldMk cId="2683529429" sldId="2919"/>
            <ac:spMk id="4" creationId="{D11E5D43-A5BF-B897-2A64-A8F91AB5D832}"/>
          </ac:spMkLst>
        </pc:spChg>
        <pc:spChg chg="add mod">
          <ac:chgData name="Terry Cristinelli" userId="S::terry2.cristinelli@epitech.eu::d624533c-65f7-4927-9a14-2e0a306d26c9" providerId="AD" clId="Web-{2FC8EEF4-AEF0-BA1F-7C45-E93ECC2346F2}" dt="2026-09-13T21:12:46.561" v="128" actId="20577"/>
          <ac:spMkLst>
            <pc:docMk/>
            <pc:sldMk cId="2683529429" sldId="2919"/>
            <ac:spMk id="6" creationId="{7487C8CB-C8D6-BEB2-2F1D-2509BAAF2E07}"/>
          </ac:spMkLst>
        </pc:spChg>
        <pc:spChg chg="del mod">
          <ac:chgData name="Terry Cristinelli" userId="S::terry2.cristinelli@epitech.eu::d624533c-65f7-4927-9a14-2e0a306d26c9" providerId="AD" clId="Web-{2FC8EEF4-AEF0-BA1F-7C45-E93ECC2346F2}" dt="2026-09-13T21:12:34.748" v="113"/>
          <ac:spMkLst>
            <pc:docMk/>
            <pc:sldMk cId="2683529429" sldId="2919"/>
            <ac:spMk id="122" creationId="{00000000-0000-0000-0000-000000000000}"/>
          </ac:spMkLst>
        </pc:spChg>
        <pc:spChg chg="mod">
          <ac:chgData name="Terry Cristinelli" userId="S::terry2.cristinelli@epitech.eu::d624533c-65f7-4927-9a14-2e0a306d26c9" providerId="AD" clId="Web-{2FC8EEF4-AEF0-BA1F-7C45-E93ECC2346F2}" dt="2026-09-13T21:11:59.434" v="103" actId="20577"/>
          <ac:spMkLst>
            <pc:docMk/>
            <pc:sldMk cId="2683529429" sldId="2919"/>
            <ac:spMk id="123" creationId="{00000000-0000-0000-0000-000000000000}"/>
          </ac:spMkLst>
        </pc:spChg>
        <pc:spChg chg="mod">
          <ac:chgData name="Terry Cristinelli" userId="S::terry2.cristinelli@epitech.eu::d624533c-65f7-4927-9a14-2e0a306d26c9" providerId="AD" clId="Web-{2FC8EEF4-AEF0-BA1F-7C45-E93ECC2346F2}" dt="2026-09-13T21:11:55.043" v="101" actId="20577"/>
          <ac:spMkLst>
            <pc:docMk/>
            <pc:sldMk cId="2683529429" sldId="2919"/>
            <ac:spMk id="124" creationId="{00000000-0000-0000-0000-000000000000}"/>
          </ac:spMkLst>
        </pc:spChg>
      </pc:sldChg>
      <pc:sldChg chg="modSp">
        <pc:chgData name="Terry Cristinelli" userId="S::terry2.cristinelli@epitech.eu::d624533c-65f7-4927-9a14-2e0a306d26c9" providerId="AD" clId="Web-{2FC8EEF4-AEF0-BA1F-7C45-E93ECC2346F2}" dt="2026-09-13T21:10:18.493" v="69" actId="20577"/>
        <pc:sldMkLst>
          <pc:docMk/>
          <pc:sldMk cId="795310361" sldId="2936"/>
        </pc:sldMkLst>
        <pc:spChg chg="mod">
          <ac:chgData name="Terry Cristinelli" userId="S::terry2.cristinelli@epitech.eu::d624533c-65f7-4927-9a14-2e0a306d26c9" providerId="AD" clId="Web-{2FC8EEF4-AEF0-BA1F-7C45-E93ECC2346F2}" dt="2026-09-13T21:10:18.493" v="69" actId="20577"/>
          <ac:spMkLst>
            <pc:docMk/>
            <pc:sldMk cId="795310361" sldId="2936"/>
            <ac:spMk id="9" creationId="{4D6229D5-81B3-EC6F-BBD1-9786A1A632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37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[À ADAPTER : durée totale et horaire du workshop]</a:t>
            </a:r>
          </a:p>
          <a:p>
            <a:r>
              <a:t>Accueil. Public : des BACH 1 qui viennent d'apprendre le fullstack sans base de données et qui devront en brancher une dans leur prochain projet.</a:t>
            </a:r>
          </a:p>
          <a:p>
            <a:r>
              <a:t>Plan : présentation guidée de Prisma avec des exemples de requêtes et l'intérêt du typage, puis on les lance en autonomie sur les 3 mini-projets du repo.</a:t>
            </a:r>
          </a:p>
          <a:p>
            <a:r>
              <a:t>Le titre résume l'idée : on garde la puissance du SQL, on arrête de l'écrire à la main.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Rappel : jusqu'ici vos projets stockaient les données dans un tableau en mémoire.</a:t>
            </a:r>
          </a:p>
          <a:p>
            <a:r>
              <a:t>Voie orange : au restart du serveur, le tableau repart vide, tout est perdu.</a:t>
            </a:r>
          </a:p>
          <a:p>
            <a:r>
              <a:t>Voie verte : avec une base PostgreSQL, les données sont écrites en dehors du serveur et survivent au restart.</a:t>
            </a:r>
          </a:p>
          <a:p>
            <a:r>
              <a:t>Question à la salle : qui a déjà perdu ses données en relançant son serveur 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meme : Buff Doge vs Cheems (template imgflip).</a:t>
            </a:r>
          </a:p>
          <a:p>
            <a:r>
              <a:t>Deux façons de parler à une base : du SQL à la main avec un driver comme pg, ou Prisma.</a:t>
            </a:r>
          </a:p>
          <a:p>
            <a:r>
              <a:t>À droite le code pg : une string de SQL, aucun type, et une faute de frappe dans la string n'explose qu'au runtime. À gauche Prisma : un objet typé, vérifié par TypeScript.</a:t>
            </a:r>
          </a:p>
          <a:p>
            <a:r>
              <a:t>Message sérieux : le SQL brut fonctionne très bien, mais TypeScript ne voit rien à l'intérieur d'une string.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Transition. Section 1 : comprendre ce qu'est Prisma et comment les pièces s'assemblent.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Lecture de gauche à droite : ton code appelle le Prisma Client, qui passe par un adapter (ici adapter-pg, obligatoire en Prisma 7) pour parler à PostgreSQL.</a:t>
            </a:r>
          </a:p>
          <a:p>
            <a:r>
              <a:t>En haut, schema.prisma : tu décris tes données une seule fois. prisma generate en fait un client typé, prisma migrate dev crée les tables dans la base.</a:t>
            </a:r>
          </a:p>
          <a:p>
            <a:r>
              <a:t>Insister : le fichier schema est la source de vérité, tout le reste en découle.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Montrer prisma/schema.prisma dans le repo.</a:t>
            </a:r>
          </a:p>
          <a:p>
            <a:r>
              <a:t>model Game = une table. @id : clé primaire. @default(autoincrement()) : l'id se remplit tout seul. @unique : pas de doublon, c'est ce que testent les tests (créer deux fois le même titre doit lever une erreur).</a:t>
            </a:r>
          </a:p>
          <a:p>
            <a:r>
              <a:t>Pour mémoire, le fichier contient aussi generator (où le client est généré) et datasource (provider postgresql). En Prisma 7, l'URL de connexion est dans prisma.config.ts.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étapes à retenir. 1 : migrate dev génère la migration SQL et l'applique à la base. 2 : generate régénère le client TypeScript. 3 : on importe le client dans le code.</a:t>
            </a:r>
          </a:p>
          <a:p>
            <a:r>
              <a:t>Les sorties du terminal sont des sorties réelles obtenues avec Prisma 7.8, le numéro de version dépend de ce qui est installé chez eux.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meme : Panik Kalm Panik (template imgflip).</a:t>
            </a:r>
          </a:p>
          <a:p>
            <a:r>
              <a:t>Piège classique : on modifie le schema, on lance migrate dev, et TypeScript continue de dire que la colonne n'existe pas.</a:t>
            </a:r>
          </a:p>
          <a:p>
            <a:r>
              <a:t>Message sérieux : en Prisma 7, migrate dev ne régénère plus le client, il faut lancer prisma generate ensuite. Vérifié : après suppression du dossier generated, migrate dev ne l'a pas recréé.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2 : écrire des requêtes avec le client.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Chaque ligne : l'appel Prisma à gauche, le SQL envoyé à droite.</a:t>
            </a:r>
          </a:p>
          <a:p>
            <a:r>
              <a:t>Le SQL affiché est simplifié : les vraies requêtes sont qualifiées avec le schéma public et ajoutent un RETURNING pour renvoyer la ligne créée ou modifiée.</a:t>
            </a:r>
          </a:p>
          <a:p>
            <a:r>
              <a:t>Les valeurs passent en paramètres ($1, $2), jamais concaténées dans la string : pas d'injection SQL.</a:t>
            </a:r>
          </a:p>
          <a:p>
            <a:r>
              <a:t>Faire remarquer que findUnique ajoute un LIMIT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meme : Always Has Been (template imgflip).</a:t>
            </a:r>
          </a:p>
          <a:p>
            <a:r>
              <a:t>Réponse à la question : oui, Prisma génère du SQL, depuis le début.</a:t>
            </a:r>
          </a:p>
          <a:p>
            <a:r>
              <a:t>Pour le voir : new PrismaClient({ adapter, log: ['query'] }) affiche chaque requête dans la console. Très utile pour apprendre et débugger. Vérifié avec Prisma 7.8.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Quatre options à connaître pour lire. where filtre, select choisit les colonnes (et le type retourné suit, on le voit juste après), orderBy trie, take limite.</a:t>
            </a:r>
          </a:p>
          <a:p>
            <a:r>
              <a:t>Elles se combinent dans un seul findMany : vérifié, ça donne WHERE, ORDER BY et LIMIT en SQL.</a:t>
            </a:r>
          </a:p>
          <a:p>
            <a:r>
              <a:t>skip existe pour la pagination, à mentionner si la salle pose la question.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à gauche, erreurs TypeScript à droite (vraies sorties, tronquées).</a:t>
            </a:r>
          </a:p>
          <a:p>
            <a:r>
              <a:t>Deux erreurs : la faute de frappe titel dans create, et studio lu sur un résultat qui n'a demandé que title.</a:t>
            </a:r>
          </a:p>
          <a:p>
            <a:r>
              <a:t>Dans les deux cas l'erreur apparaît dans l'éditeur, avant d'avoir lancé quoi que ce soit. Avec du SQL brut, ces deux fautes passeraient.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meme : Expanding Brain (template imgflip), version typage du résultat d'une requête.</a:t>
            </a:r>
          </a:p>
          <a:p>
            <a:r>
              <a:t>Niveau 1 : pg et SQL brut, rows vaut any. Niveau 2 : on caste avec as Game[], on promet à TypeScript. Niveau 3 : on écrit l'interface à la main, elle se désynchronise au premier changement du schema. Niveau 4 : Prisma génère le type Game depuis schema.prisma.</a:t>
            </a:r>
          </a:p>
          <a:p>
            <a:r>
              <a:t>C'est le point sur le typage à retenir.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3 : les relations. Les mini-projets 2 et 3 en dépendent.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jeu a plusieurs joueurs, un joueur appartient à un seul jeu. Le côté N porte la clé étrangère : Player.gameId.</a:t>
            </a:r>
          </a:p>
          <a:p>
            <a:r>
              <a:t>Dans le schema, deux lignes : players Player[] côté Game, et game Game @relation(fields: [gameId], references: [id]) côté Player.</a:t>
            </a:r>
          </a:p>
          <a:p>
            <a:r>
              <a:t>Précision utile : ces deux champs de relation n'existent pas en base, seule la colonne gameId est réelle.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Sans include, findUnique ne renvoie que les colonnes de Game. Avec include: { players: true }, le résultat contient players: Player[] et le type TypeScript suit.</a:t>
            </a:r>
          </a:p>
          <a:p>
            <a:r>
              <a:t>Observé en Prisma 7.8 : Prisma fait 2 requêtes SQL (une sur Game, une sur Player), pas un JOIN. Le SQL affiché est simplifié.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jeu a plusieurs tags et un tag est sur plusieurs jeux : il faut une table de jointure, ici GameTag explicite.</a:t>
            </a:r>
          </a:p>
          <a:p>
            <a:r>
              <a:t>Clé primaire composite @@id([gameId, tagId]) : la même paire ne peut pas exister deux fois (ajouter deux fois le même tag à un jeu doit échouer, c'est testé).</a:t>
            </a:r>
          </a:p>
          <a:p>
            <a:r>
              <a:t>Pour lister les jeux d'un tag, on filtre avec some : Prisma génère un WHERE EXISTS sur GameTag (vérifié).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à la pratique.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[À VÉRIFIER : version de Node sur les postes de l'école. Prisma 7 demande ^20.19 || ^22.12 || &gt;=24, alors que le README du repo annonce Node &gt;= 18.]</a:t>
            </a:r>
          </a:p>
          <a:p>
            <a:r>
              <a:t>Dérouler les 5 étapes dans l'ordre. L'ordre compte : prisma generate lit prisma.config.ts, qui exige DATABASE_URL, donc sans .env il plante (Cannot resolve environment variable).</a:t>
            </a:r>
          </a:p>
          <a:p>
            <a:r>
              <a:t>npx create-db renvoie une URL avec sslmode=require. Le README demande de la remplacer par sslmode=verify-full. [À VÉRIFIER : la connexion avec verify-full sur une vraie base create-db n'a pas été testée de bout en bout, seulement lue dans le code de pg-connection-string.]</a:t>
            </a:r>
          </a:p>
          <a:p>
            <a:r>
              <a:t>Rappel : la base create-db est temporaire, supprimée au bout de 24h sauf si on la claim.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mini-projets progressifs dans le même projet, le schema évolue à chaque étape.</a:t>
            </a:r>
          </a:p>
          <a:p>
            <a:r>
              <a:t>MP1 : 5 fonctions CRUD sur Game. MP2 : 5 fonctions, modèle Player et relation 1-N. MP3 : 6 fonctions, Tag et GameTag.</a:t>
            </a:r>
          </a:p>
          <a:p>
            <a:r>
              <a:t>Chaque test se lance avec npm run test1, test2 ou test3. Ne pas supprimer les modèles en avançant.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Quatre pièges.</a:t>
            </a:r>
          </a:p>
          <a:p>
            <a:r>
              <a:t>1 : deleteTag échoue si la relation n'a pas onDelete: Cascade (vérifié : test en échec sans, validé avec).</a:t>
            </a:r>
          </a:p>
          <a:p>
            <a:r>
              <a:t>2 : findUnique renvoie null si l'id n'existe pas, il ne lève pas d'erreur (les tests l'attendent).</a:t>
            </a:r>
          </a:p>
          <a:p>
            <a:r>
              <a:t>3 : base create-db temporaire. 4 : les tests font deleteMany sur les tables, ne jamais les lancer sur une base qui compte.</a:t>
            </a:r>
          </a:p>
          <a:p>
            <a:r>
              <a:t>[À ADAPTER : donner ou non l'indice onDelete: Cascade avant le MP3, le README ne le mentionne pas.]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Règles du jeu issues du README : ce n'est pas une course, personne n'est censé finir les 3.</a:t>
            </a:r>
          </a:p>
          <a:p>
            <a:r>
              <a:t>Mieux vaut un mini-projet à moitié fait mais compris qu'un projet fini en copié-collé. Poser des questions, lire la doc, expérimenter.</a:t>
            </a:r>
          </a:p>
          <a:p>
            <a:r>
              <a:t>[À ADAPTER : consignes sur l'usage de l'IA pour ce workshop.]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Questions. Rappeler où est le repo : github.com/Ilan-LP/workshop-prisma.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61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4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6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1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0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3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65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1"/>
            <a:ext cx="30083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1"/>
            <a:ext cx="5111750" cy="58531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4" cy="46910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2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67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09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5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3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 10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2" name="Sh 102"/>
          <p:cNvSpPr/>
          <p:nvPr/>
        </p:nvSpPr>
        <p:spPr>
          <a:xfrm>
            <a:off x="15617952" y="0"/>
            <a:ext cx="758952" cy="75895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Sh 103"/>
          <p:cNvSpPr/>
          <p:nvPr/>
        </p:nvSpPr>
        <p:spPr>
          <a:xfrm>
            <a:off x="16760952" y="0"/>
            <a:ext cx="758952" cy="75895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Sh 104"/>
          <p:cNvSpPr/>
          <p:nvPr/>
        </p:nvSpPr>
        <p:spPr>
          <a:xfrm>
            <a:off x="16386048" y="1143000"/>
            <a:ext cx="758952" cy="758952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Sh 105"/>
          <p:cNvSpPr/>
          <p:nvPr/>
        </p:nvSpPr>
        <p:spPr>
          <a:xfrm>
            <a:off x="17529048" y="1901952"/>
            <a:ext cx="758952" cy="758952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6" name="Sh 106"/>
          <p:cNvSpPr/>
          <p:nvPr/>
        </p:nvSpPr>
        <p:spPr>
          <a:xfrm>
            <a:off x="16760952" y="0"/>
            <a:ext cx="758952" cy="758952"/>
          </a:xfrm>
          <a:prstGeom prst="rect">
            <a:avLst/>
          </a:prstGeom>
          <a:solidFill>
            <a:srgbClr val="00FF97">
              <a:alpha val="8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pic>
        <p:nvPicPr>
          <p:cNvPr id="107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5488"/>
            <a:ext cx="1499616" cy="365760"/>
          </a:xfrm>
          <a:prstGeom prst="rect">
            <a:avLst/>
          </a:prstGeom>
        </p:spPr>
      </p:pic>
      <p:sp>
        <p:nvSpPr>
          <p:cNvPr id="108" name="Tx 108"/>
          <p:cNvSpPr txBox="1"/>
          <p:nvPr/>
        </p:nvSpPr>
        <p:spPr>
          <a:xfrm>
            <a:off x="1051560" y="969264"/>
            <a:ext cx="45720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650" spc="180">
                <a:solidFill>
                  <a:srgbClr val="FFFFFF"/>
                </a:solidFill>
                <a:latin typeface="Space Mono" pitchFamily="34" charset="0"/>
                <a:cs typeface="Space Mono"/>
              </a:rPr>
              <a:t>&lt; WORKSHOP AER /&gt;</a:t>
            </a:r>
          </a:p>
        </p:txBody>
      </p:sp>
      <p:sp>
        <p:nvSpPr>
          <p:cNvPr id="109" name="Tx 109"/>
          <p:cNvSpPr txBox="1"/>
          <p:nvPr/>
        </p:nvSpPr>
        <p:spPr>
          <a:xfrm>
            <a:off x="1069848" y="3840480"/>
            <a:ext cx="768096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>
              <a:lnSpc>
                <a:spcPct val="90000"/>
              </a:lnSpc>
            </a:pPr>
            <a:r>
              <a:rPr lang="fr-FR" sz="8000">
                <a:solidFill>
                  <a:srgbClr val="FFFFFF"/>
                </a:solidFill>
                <a:latin typeface="Anton" pitchFamily="34" charset="0"/>
                <a:cs typeface="Anton"/>
              </a:rPr>
              <a:t>Workshop</a:t>
            </a:r>
          </a:p>
          <a:p>
            <a:pPr defTabSz="914445">
              <a:lnSpc>
                <a:spcPct val="90000"/>
              </a:lnSpc>
            </a:pPr>
            <a:r>
              <a:rPr lang="fr-FR" sz="8000">
                <a:solidFill>
                  <a:srgbClr val="FFFFFF"/>
                </a:solidFill>
                <a:latin typeface="Anton" pitchFamily="34" charset="0"/>
                <a:cs typeface="Anton"/>
              </a:rPr>
              <a:t>Prisma</a:t>
            </a:r>
            <a:r>
              <a:rPr lang="fr-FR" sz="8000">
                <a:solidFill>
                  <a:srgbClr val="00FF9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10" name="Tx 110"/>
          <p:cNvSpPr txBox="1"/>
          <p:nvPr/>
        </p:nvSpPr>
        <p:spPr>
          <a:xfrm>
            <a:off x="1051560" y="6537960"/>
            <a:ext cx="74523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200">
                <a:solidFill>
                  <a:srgbClr val="FFFFFF"/>
                </a:solidFill>
                <a:latin typeface="Space Mono"/>
                <a:cs typeface="Space Mono"/>
              </a:rPr>
              <a:t>La puissance du SQL sans la complexité des requêtes</a:t>
            </a:r>
          </a:p>
        </p:txBody>
      </p:sp>
      <p:sp>
        <p:nvSpPr>
          <p:cNvPr id="112" name="Tx 112"/>
          <p:cNvSpPr txBox="1"/>
          <p:nvPr/>
        </p:nvSpPr>
        <p:spPr>
          <a:xfrm>
            <a:off x="10094976" y="4480560"/>
            <a:ext cx="7452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defTabSz="914445"/>
            <a:r>
              <a:rPr lang="fr-FR" sz="6600">
                <a:solidFill>
                  <a:srgbClr val="FFFFFF"/>
                </a:solidFill>
                <a:latin typeface="Anton" pitchFamily="34" charset="0"/>
                <a:cs typeface="Anton"/>
              </a:rPr>
              <a:t>WE POWER TECH</a:t>
            </a:r>
            <a:r>
              <a:rPr lang="fr-FR" sz="6600">
                <a:solidFill>
                  <a:srgbClr val="00FF9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13" name="Tx 113"/>
          <p:cNvSpPr txBox="1"/>
          <p:nvPr/>
        </p:nvSpPr>
        <p:spPr>
          <a:xfrm>
            <a:off x="10094976" y="5577840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60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00 · Pourquoi une base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TES DONNÉES DISPARAISSENT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02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606040"/>
            <a:ext cx="16459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teBarre"/>
          <p:cNvSpPr/>
          <p:nvPr/>
        </p:nvSpPr>
        <p:spPr>
          <a:xfrm>
            <a:off x="914400" y="2606040"/>
            <a:ext cx="1645920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800" b="0">
                <a:solidFill>
                  <a:srgbClr val="FF5F3A"/>
                </a:solidFill>
                <a:latin typeface="Anton"/>
                <a:cs typeface="Anton"/>
              </a:rPr>
              <a:t>SANS DB</a:t>
            </a:r>
          </a:p>
        </p:txBody>
      </p:sp>
      <p:sp>
        <p:nvSpPr>
          <p:cNvPr id="8" name="Carte"/>
          <p:cNvSpPr/>
          <p:nvPr/>
        </p:nvSpPr>
        <p:spPr>
          <a:xfrm>
            <a:off x="1554480" y="3383280"/>
            <a:ext cx="320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teBarre"/>
          <p:cNvSpPr/>
          <p:nvPr/>
        </p:nvSpPr>
        <p:spPr>
          <a:xfrm>
            <a:off x="1554480" y="3383280"/>
            <a:ext cx="320040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send" descr="sen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56616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4297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POST /games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75488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la requête arrive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28032" y="4206240"/>
            <a:ext cx="676656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14" name="Carte"/>
          <p:cNvSpPr/>
          <p:nvPr/>
        </p:nvSpPr>
        <p:spPr>
          <a:xfrm>
            <a:off x="5577840" y="3383280"/>
            <a:ext cx="320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teBarre"/>
          <p:cNvSpPr/>
          <p:nvPr/>
        </p:nvSpPr>
        <p:spPr>
          <a:xfrm>
            <a:off x="5577840" y="3383280"/>
            <a:ext cx="320040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server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66160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4297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Serveur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75488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ton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51392" y="4206240"/>
            <a:ext cx="676656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20" name="Carte"/>
          <p:cNvSpPr/>
          <p:nvPr/>
        </p:nvSpPr>
        <p:spPr>
          <a:xfrm>
            <a:off x="9601200" y="3383280"/>
            <a:ext cx="320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teBarre"/>
          <p:cNvSpPr/>
          <p:nvPr/>
        </p:nvSpPr>
        <p:spPr>
          <a:xfrm>
            <a:off x="9601200" y="3383280"/>
            <a:ext cx="320040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braces" descr="brac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356616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92640" y="4297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games = [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75488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tableau en mémoire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74752" y="4206240"/>
            <a:ext cx="676656" cy="0"/>
          </a:xfrm>
          <a:prstGeom prst="line">
            <a:avLst/>
          </a:prstGeom>
          <a:ln w="31750">
            <a:solidFill>
              <a:srgbClr val="FF5F3A"/>
            </a:solidFill>
            <a:prstDash val="dash"/>
            <a:tailEnd type="triangle" w="med" len="med"/>
          </a:ln>
        </p:spPr>
      </p:cxnSp>
      <p:sp>
        <p:nvSpPr>
          <p:cNvPr id="27" name="Carte"/>
          <p:cNvSpPr/>
          <p:nvPr/>
        </p:nvSpPr>
        <p:spPr>
          <a:xfrm>
            <a:off x="13624560" y="3383280"/>
            <a:ext cx="3200400" cy="1691640"/>
          </a:xfrm>
          <a:prstGeom prst="rect">
            <a:avLst/>
          </a:prstGeom>
          <a:solidFill>
            <a:srgbClr val="FFF0EB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618720" y="3749039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920" b="0" dirty="0">
                <a:solidFill>
                  <a:srgbClr val="FF5F3A"/>
                </a:solidFill>
                <a:latin typeface="Space Mono"/>
                <a:cs typeface="Space Mono"/>
              </a:rPr>
              <a:t>restart</a:t>
            </a:r>
          </a:p>
        </p:txBody>
      </p:sp>
      <p:sp>
        <p:nvSpPr>
          <p:cNvPr id="28" name="CarteBarre"/>
          <p:cNvSpPr/>
          <p:nvPr/>
        </p:nvSpPr>
        <p:spPr>
          <a:xfrm>
            <a:off x="13624560" y="3383280"/>
            <a:ext cx="320040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circle-x" descr="circle-x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4719" y="3566160"/>
            <a:ext cx="640080" cy="640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716000" y="4297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games = [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0" y="4754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données perdues</a:t>
            </a:r>
          </a:p>
        </p:txBody>
      </p:sp>
      <p:sp>
        <p:nvSpPr>
          <p:cNvPr id="32" name="Carte"/>
          <p:cNvSpPr/>
          <p:nvPr/>
        </p:nvSpPr>
        <p:spPr>
          <a:xfrm>
            <a:off x="914400" y="5532120"/>
            <a:ext cx="16459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teBarre"/>
          <p:cNvSpPr/>
          <p:nvPr/>
        </p:nvSpPr>
        <p:spPr>
          <a:xfrm>
            <a:off x="914400" y="5532120"/>
            <a:ext cx="1645920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54480" y="571500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800" b="0">
                <a:solidFill>
                  <a:srgbClr val="0A8F5B"/>
                </a:solidFill>
                <a:latin typeface="Anton"/>
                <a:cs typeface="Anton"/>
              </a:rPr>
              <a:t>AVEC UNE DB</a:t>
            </a:r>
          </a:p>
        </p:txBody>
      </p:sp>
      <p:sp>
        <p:nvSpPr>
          <p:cNvPr id="35" name="Carte"/>
          <p:cNvSpPr/>
          <p:nvPr/>
        </p:nvSpPr>
        <p:spPr>
          <a:xfrm>
            <a:off x="1554480" y="6309359"/>
            <a:ext cx="320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teBarre"/>
          <p:cNvSpPr/>
          <p:nvPr/>
        </p:nvSpPr>
        <p:spPr>
          <a:xfrm>
            <a:off x="1554480" y="6309359"/>
            <a:ext cx="320040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con send" descr="sen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6492240"/>
            <a:ext cx="640080" cy="640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45920" y="7223759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POST /games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7680959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la requête arrive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28032" y="7132320"/>
            <a:ext cx="676656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41" name="Carte"/>
          <p:cNvSpPr/>
          <p:nvPr/>
        </p:nvSpPr>
        <p:spPr>
          <a:xfrm>
            <a:off x="5577840" y="6309359"/>
            <a:ext cx="320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teBarre"/>
          <p:cNvSpPr/>
          <p:nvPr/>
        </p:nvSpPr>
        <p:spPr>
          <a:xfrm>
            <a:off x="5577840" y="6309359"/>
            <a:ext cx="320040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Icon server" descr="serv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6492240"/>
            <a:ext cx="640080" cy="6400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669280" y="7223759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Serveur Node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7680959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ton API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51392" y="7132320"/>
            <a:ext cx="676656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47" name="Carte"/>
          <p:cNvSpPr/>
          <p:nvPr/>
        </p:nvSpPr>
        <p:spPr>
          <a:xfrm>
            <a:off x="9601200" y="6309359"/>
            <a:ext cx="3200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arteBarre"/>
          <p:cNvSpPr/>
          <p:nvPr/>
        </p:nvSpPr>
        <p:spPr>
          <a:xfrm>
            <a:off x="9601200" y="6309359"/>
            <a:ext cx="320040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Icon database" descr="databas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1360" y="6492240"/>
            <a:ext cx="640080" cy="6400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692640" y="7223759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PostgreSQL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7680959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écrit sur disque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874752" y="7132320"/>
            <a:ext cx="676656" cy="0"/>
          </a:xfrm>
          <a:prstGeom prst="line">
            <a:avLst/>
          </a:prstGeom>
          <a:ln w="31750">
            <a:solidFill>
              <a:srgbClr val="0A8F5B"/>
            </a:solidFill>
            <a:prstDash val="dash"/>
            <a:tailEnd type="triangle" w="med" len="med"/>
          </a:ln>
        </p:spPr>
      </p:cxnSp>
      <p:sp>
        <p:nvSpPr>
          <p:cNvPr id="54" name="Carte"/>
          <p:cNvSpPr/>
          <p:nvPr/>
        </p:nvSpPr>
        <p:spPr>
          <a:xfrm>
            <a:off x="13624560" y="6309359"/>
            <a:ext cx="3200400" cy="1691640"/>
          </a:xfrm>
          <a:prstGeom prst="rect">
            <a:avLst/>
          </a:prstGeom>
          <a:solidFill>
            <a:srgbClr val="E6FFF4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618720" y="66751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920" b="0" dirty="0">
                <a:solidFill>
                  <a:srgbClr val="0A8F5B"/>
                </a:solidFill>
                <a:latin typeface="Space Mono"/>
                <a:cs typeface="Space Mono"/>
              </a:rPr>
              <a:t>restart</a:t>
            </a:r>
          </a:p>
        </p:txBody>
      </p:sp>
      <p:sp>
        <p:nvSpPr>
          <p:cNvPr id="55" name="CarteBarre"/>
          <p:cNvSpPr/>
          <p:nvPr/>
        </p:nvSpPr>
        <p:spPr>
          <a:xfrm>
            <a:off x="13624560" y="6309359"/>
            <a:ext cx="3200400" cy="73152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Icon circle-check" descr="circle-check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04719" y="6492240"/>
            <a:ext cx="640080" cy="6400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3716000" y="722376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Données là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0" y="7680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toujours présentes</a:t>
            </a:r>
          </a:p>
        </p:txBody>
      </p:sp>
      <p:sp>
        <p:nvSpPr>
          <p:cNvPr id="59" name="Bandeau"/>
          <p:cNvSpPr/>
          <p:nvPr/>
        </p:nvSpPr>
        <p:spPr>
          <a:xfrm>
            <a:off x="914400" y="8641080"/>
            <a:ext cx="16459200" cy="96926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andeauTx"/>
          <p:cNvSpPr txBox="1"/>
          <p:nvPr/>
        </p:nvSpPr>
        <p:spPr>
          <a:xfrm>
            <a:off x="1371600" y="8641080"/>
            <a:ext cx="1554480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400" b="0">
                <a:solidFill>
                  <a:srgbClr val="00FF97"/>
                </a:solidFill>
                <a:latin typeface="Space Mono"/>
                <a:cs typeface="Space Mono"/>
              </a:rPr>
              <a:t>{ UNE BASE DE DONNÉES = DES DONNÉES QUI SURVIVENT AU SERVEUR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00 · Deux façons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SQL BRUT OU PRISMA ?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03 / 24</a:t>
            </a:r>
          </a:p>
        </p:txBody>
      </p:sp>
      <p:pic>
        <p:nvPicPr>
          <p:cNvPr id="5" name="Meme doge" descr="Meme Buff Doge vs Cheems : Prisma (types générés, autocomplétion, erreurs à la compile) contre SQL à la main (SQL dans des strings, aucun type, typo = crash au runtim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51" y="2560320"/>
            <a:ext cx="7615936" cy="5852160"/>
          </a:xfrm>
          <a:prstGeom prst="rect">
            <a:avLst/>
          </a:prstGeom>
        </p:spPr>
      </p:pic>
      <p:sp>
        <p:nvSpPr>
          <p:cNvPr id="6" name="Code card"/>
          <p:cNvSpPr/>
          <p:nvPr/>
        </p:nvSpPr>
        <p:spPr>
          <a:xfrm>
            <a:off x="9111488" y="2560320"/>
            <a:ext cx="8262112" cy="274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ode title"/>
          <p:cNvSpPr txBox="1"/>
          <p:nvPr/>
        </p:nvSpPr>
        <p:spPr>
          <a:xfrm>
            <a:off x="9431528" y="2743200"/>
            <a:ext cx="66161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pg : SQL brut</a:t>
            </a:r>
          </a:p>
        </p:txBody>
      </p:sp>
      <p:sp>
        <p:nvSpPr>
          <p:cNvPr id="8" name="Barre"/>
          <p:cNvSpPr/>
          <p:nvPr/>
        </p:nvSpPr>
        <p:spPr>
          <a:xfrm>
            <a:off x="9111488" y="2560320"/>
            <a:ext cx="91440" cy="274320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de"/>
          <p:cNvSpPr txBox="1"/>
          <p:nvPr/>
        </p:nvSpPr>
        <p:spPr>
          <a:xfrm>
            <a:off x="9477248" y="3063240"/>
            <a:ext cx="7713472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E4EAF6"/>
                </a:solidFill>
                <a:latin typeface="Space Mono"/>
                <a:cs typeface="Space Mono"/>
              </a:rPr>
              <a:t>const { rows } = await client.query(</a:t>
            </a:r>
          </a:p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  'SELECT * FROM "Game" WHERE id = $1',</a:t>
            </a:r>
          </a:p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E4EAF6"/>
                </a:solidFill>
                <a:latin typeface="Space Mono"/>
                <a:cs typeface="Space Mono"/>
              </a:rPr>
              <a:t>  [id],</a:t>
            </a:r>
          </a:p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E4EAF6"/>
                </a:solidFill>
                <a:latin typeface="Space Mono"/>
                <a:cs typeface="Space Mono"/>
              </a:rPr>
              <a:t>)</a:t>
            </a:r>
          </a:p>
        </p:txBody>
      </p:sp>
      <p:sp>
        <p:nvSpPr>
          <p:cNvPr id="10" name="Code card"/>
          <p:cNvSpPr/>
          <p:nvPr/>
        </p:nvSpPr>
        <p:spPr>
          <a:xfrm>
            <a:off x="9111488" y="5669280"/>
            <a:ext cx="8262112" cy="274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de title"/>
          <p:cNvSpPr txBox="1"/>
          <p:nvPr/>
        </p:nvSpPr>
        <p:spPr>
          <a:xfrm>
            <a:off x="9431528" y="5852160"/>
            <a:ext cx="661619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Prisma</a:t>
            </a:r>
          </a:p>
        </p:txBody>
      </p:sp>
      <p:sp>
        <p:nvSpPr>
          <p:cNvPr id="12" name="Barre"/>
          <p:cNvSpPr/>
          <p:nvPr/>
        </p:nvSpPr>
        <p:spPr>
          <a:xfrm>
            <a:off x="9111488" y="5669280"/>
            <a:ext cx="91440" cy="2743200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ode"/>
          <p:cNvSpPr txBox="1"/>
          <p:nvPr/>
        </p:nvSpPr>
        <p:spPr>
          <a:xfrm>
            <a:off x="9477248" y="6172200"/>
            <a:ext cx="7713472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E4EAF6"/>
                </a:solidFill>
                <a:latin typeface="Space Mono"/>
                <a:cs typeface="Space Mono"/>
              </a:rPr>
              <a:t>const game = await prisma.game.findUnique({</a:t>
            </a:r>
          </a:p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  where: { id },</a:t>
            </a:r>
          </a:p>
          <a:p>
            <a:pPr algn="l">
              <a:lnSpc>
                <a:spcPct val="115000"/>
              </a:lnSpc>
            </a:pPr>
            <a:r>
              <a:rPr lang="fr-FR" sz="2304" b="0">
                <a:solidFill>
                  <a:srgbClr val="E4EAF6"/>
                </a:solidFill>
                <a:latin typeface="Space Mono"/>
                <a:cs typeface="Space Mono"/>
              </a:rPr>
              <a:t>})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7512"/>
            <a:ext cx="2048256" cy="493776"/>
          </a:xfrm>
          <a:prstGeom prst="rect">
            <a:avLst/>
          </a:prstGeom>
        </p:spPr>
      </p:pic>
      <p:sp>
        <p:nvSpPr>
          <p:cNvPr id="102" name="Bloc1"/>
          <p:cNvSpPr/>
          <p:nvPr/>
        </p:nvSpPr>
        <p:spPr>
          <a:xfrm>
            <a:off x="14950440" y="1426464"/>
            <a:ext cx="1901952" cy="950976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Bloc2"/>
          <p:cNvSpPr/>
          <p:nvPr/>
        </p:nvSpPr>
        <p:spPr>
          <a:xfrm>
            <a:off x="16440912" y="2569464"/>
            <a:ext cx="1234440" cy="1234440"/>
          </a:xfrm>
          <a:prstGeom prst="rect">
            <a:avLst/>
          </a:prstGeom>
          <a:solidFill>
            <a:srgbClr val="00FF97">
              <a:alpha val="5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Bloc3"/>
          <p:cNvSpPr/>
          <p:nvPr/>
        </p:nvSpPr>
        <p:spPr>
          <a:xfrm>
            <a:off x="14996160" y="2761488"/>
            <a:ext cx="914400" cy="9144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NumPartie"/>
          <p:cNvSpPr txBox="1"/>
          <p:nvPr/>
        </p:nvSpPr>
        <p:spPr>
          <a:xfrm>
            <a:off x="14538960" y="80467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defTabSz="914445"/>
            <a:r>
              <a:rPr lang="fr-FR" sz="1800" spc="180">
                <a:solidFill>
                  <a:srgbClr val="00FF97"/>
                </a:solidFill>
                <a:latin typeface="Space Mono" pitchFamily="34" charset="0"/>
                <a:cs typeface="Space Mono"/>
              </a:rPr>
              <a:t>04 / 24</a:t>
            </a:r>
          </a:p>
        </p:txBody>
      </p:sp>
      <p:sp>
        <p:nvSpPr>
          <p:cNvPr id="106" name="TitrePartie"/>
          <p:cNvSpPr txBox="1"/>
          <p:nvPr/>
        </p:nvSpPr>
        <p:spPr>
          <a:xfrm>
            <a:off x="914400" y="3291840"/>
            <a:ext cx="16221456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>
              <a:lnSpc>
                <a:spcPct val="88000"/>
              </a:lnSpc>
            </a:pPr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C'EST QUOI</a:t>
            </a:r>
          </a:p>
          <a:p>
            <a:pPr defTabSz="914445">
              <a:lnSpc>
                <a:spcPct val="88000"/>
              </a:lnSpc>
            </a:pPr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PRISMA ?</a:t>
            </a:r>
            <a:r>
              <a:rPr lang="fr-FR" sz="13200">
                <a:solidFill>
                  <a:srgbClr val="00FF9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07" name="SousPartie"/>
          <p:cNvSpPr txBox="1"/>
          <p:nvPr/>
        </p:nvSpPr>
        <p:spPr>
          <a:xfrm>
            <a:off x="914400" y="2651760"/>
            <a:ext cx="128016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250" dirty="0">
                <a:solidFill>
                  <a:srgbClr val="00FF97"/>
                </a:solidFill>
                <a:latin typeface="Space Mono"/>
                <a:cs typeface="Space Mono"/>
              </a:rPr>
              <a:t>&lt; Les bases /&gt;</a:t>
            </a:r>
          </a:p>
        </p:txBody>
      </p:sp>
      <p:sp>
        <p:nvSpPr>
          <p:cNvPr id="108" name="Signature"/>
          <p:cNvSpPr txBox="1"/>
          <p:nvPr/>
        </p:nvSpPr>
        <p:spPr>
          <a:xfrm>
            <a:off x="914400" y="9125712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95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  <p:sp>
        <p:nvSpPr>
          <p:cNvPr id="109" name="Deco0"/>
          <p:cNvSpPr/>
          <p:nvPr/>
        </p:nvSpPr>
        <p:spPr>
          <a:xfrm>
            <a:off x="14685264" y="8860536"/>
            <a:ext cx="566928" cy="566928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0" name="Deco1"/>
          <p:cNvSpPr/>
          <p:nvPr/>
        </p:nvSpPr>
        <p:spPr>
          <a:xfrm>
            <a:off x="15389352" y="8860536"/>
            <a:ext cx="566928" cy="566928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1" name="Deco2"/>
          <p:cNvSpPr/>
          <p:nvPr/>
        </p:nvSpPr>
        <p:spPr>
          <a:xfrm>
            <a:off x="16093440" y="8860536"/>
            <a:ext cx="566928" cy="566928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2" name="Deco3"/>
          <p:cNvSpPr/>
          <p:nvPr/>
        </p:nvSpPr>
        <p:spPr>
          <a:xfrm>
            <a:off x="16797528" y="8860536"/>
            <a:ext cx="566928" cy="566928"/>
          </a:xfrm>
          <a:prstGeom prst="rect">
            <a:avLst/>
          </a:prstGeom>
          <a:solidFill>
            <a:srgbClr val="9AA3C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01 · Prisma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PRISMA EN UNE IMAGE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05 / 24</a:t>
            </a:r>
          </a:p>
        </p:txBody>
      </p:sp>
      <p:sp>
        <p:nvSpPr>
          <p:cNvPr id="5" name="Schema box"/>
          <p:cNvSpPr/>
          <p:nvPr/>
        </p:nvSpPr>
        <p:spPr>
          <a:xfrm>
            <a:off x="6400800" y="2514600"/>
            <a:ext cx="5486400" cy="155448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ile-code" descr="file-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83464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27432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60" b="1">
                <a:solidFill>
                  <a:srgbClr val="FFFFFF"/>
                </a:solidFill>
                <a:latin typeface="Space Mono"/>
                <a:cs typeface="Space Mono"/>
              </a:rPr>
              <a:t>schema.prisma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3375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E4EAF6"/>
                </a:solidFill>
                <a:latin typeface="Space Mono"/>
                <a:cs typeface="Space Mono"/>
              </a:rPr>
              <a:t>la source de vérité</a:t>
            </a:r>
          </a:p>
        </p:txBody>
      </p:sp>
      <p:sp>
        <p:nvSpPr>
          <p:cNvPr id="9" name="Carte"/>
          <p:cNvSpPr/>
          <p:nvPr/>
        </p:nvSpPr>
        <p:spPr>
          <a:xfrm>
            <a:off x="914400" y="56692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teBarre"/>
          <p:cNvSpPr/>
          <p:nvPr/>
        </p:nvSpPr>
        <p:spPr>
          <a:xfrm>
            <a:off x="914400" y="5669280"/>
            <a:ext cx="3566160" cy="73152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code" descr="cod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585216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6583680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TON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7040880"/>
            <a:ext cx="33832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index.ts</a:t>
            </a:r>
          </a:p>
        </p:txBody>
      </p:sp>
      <p:sp>
        <p:nvSpPr>
          <p:cNvPr id="14" name="Carte"/>
          <p:cNvSpPr/>
          <p:nvPr/>
        </p:nvSpPr>
        <p:spPr>
          <a:xfrm>
            <a:off x="5212080" y="56692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rteBarre"/>
          <p:cNvSpPr/>
          <p:nvPr/>
        </p:nvSpPr>
        <p:spPr>
          <a:xfrm>
            <a:off x="5212080" y="5669280"/>
            <a:ext cx="3566160" cy="73152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package" descr="packag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852160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0" y="6583680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PRISMA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7040880"/>
            <a:ext cx="33832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typé, généré</a:t>
            </a:r>
          </a:p>
        </p:txBody>
      </p:sp>
      <p:sp>
        <p:nvSpPr>
          <p:cNvPr id="19" name="Carte"/>
          <p:cNvSpPr/>
          <p:nvPr/>
        </p:nvSpPr>
        <p:spPr>
          <a:xfrm>
            <a:off x="9509760" y="56692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teBarre"/>
          <p:cNvSpPr/>
          <p:nvPr/>
        </p:nvSpPr>
        <p:spPr>
          <a:xfrm>
            <a:off x="9509760" y="5669280"/>
            <a:ext cx="356616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plug" descr="plu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5852160"/>
            <a:ext cx="640080" cy="640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01200" y="6583680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7040880"/>
            <a:ext cx="33832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@prisma/adapter-pg</a:t>
            </a:r>
          </a:p>
        </p:txBody>
      </p:sp>
      <p:sp>
        <p:nvSpPr>
          <p:cNvPr id="24" name="Carte"/>
          <p:cNvSpPr/>
          <p:nvPr/>
        </p:nvSpPr>
        <p:spPr>
          <a:xfrm>
            <a:off x="13807440" y="566928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rteBarre"/>
          <p:cNvSpPr/>
          <p:nvPr/>
        </p:nvSpPr>
        <p:spPr>
          <a:xfrm>
            <a:off x="13807440" y="5669280"/>
            <a:ext cx="356616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 database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70480" y="585216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98880" y="6583680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0" y="7040880"/>
            <a:ext cx="33832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ta base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35424" y="6858000"/>
            <a:ext cx="621792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>
            <a:off x="8833104" y="6858000"/>
            <a:ext cx="621792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13130784" y="6858000"/>
            <a:ext cx="621792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H="1">
            <a:off x="6995160" y="4114800"/>
            <a:ext cx="502919" cy="1508760"/>
          </a:xfrm>
          <a:prstGeom prst="line">
            <a:avLst/>
          </a:prstGeom>
          <a:ln w="38100">
            <a:solidFill>
              <a:srgbClr val="FF1EF7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2377440" y="4526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2496" b="1">
                <a:solidFill>
                  <a:srgbClr val="FF1EF7"/>
                </a:solidFill>
                <a:latin typeface="Space Mono"/>
                <a:cs typeface="Space Mono"/>
              </a:rPr>
              <a:t>prisma generate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932920" y="3566160"/>
            <a:ext cx="3657600" cy="2057400"/>
          </a:xfrm>
          <a:prstGeom prst="line">
            <a:avLst/>
          </a:prstGeom>
          <a:ln w="38100">
            <a:solidFill>
              <a:srgbClr val="013AFB"/>
            </a:solidFill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12435840" y="3246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496" b="1">
                <a:solidFill>
                  <a:srgbClr val="013AFB"/>
                </a:solidFill>
                <a:latin typeface="Space Mono"/>
                <a:cs typeface="Space Mono"/>
              </a:rPr>
              <a:t>prisma migrate dev</a:t>
            </a:r>
          </a:p>
        </p:txBody>
      </p:sp>
      <p:sp>
        <p:nvSpPr>
          <p:cNvPr id="36" name="Bandeau"/>
          <p:cNvSpPr/>
          <p:nvPr/>
        </p:nvSpPr>
        <p:spPr>
          <a:xfrm>
            <a:off x="914400" y="8641080"/>
            <a:ext cx="16459200" cy="96926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andeauTx"/>
          <p:cNvSpPr txBox="1"/>
          <p:nvPr/>
        </p:nvSpPr>
        <p:spPr>
          <a:xfrm>
            <a:off x="1371600" y="8641080"/>
            <a:ext cx="1554480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400" b="0">
                <a:solidFill>
                  <a:srgbClr val="00FF97"/>
                </a:solidFill>
                <a:latin typeface="Space Mono"/>
                <a:cs typeface="Space Mono"/>
              </a:rPr>
              <a:t>{ TU ÉCRIS LE SCHEMA, PRISMA GÉNÈRE LE CLIENT ET LE SQL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01 · Prisma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LE SCHEMA, SOURCE DE VÉRITÉ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06 / 24</a:t>
            </a:r>
          </a:p>
        </p:txBody>
      </p:sp>
      <p:sp>
        <p:nvSpPr>
          <p:cNvPr id="5" name="Code card"/>
          <p:cNvSpPr/>
          <p:nvPr/>
        </p:nvSpPr>
        <p:spPr>
          <a:xfrm>
            <a:off x="914400" y="2651760"/>
            <a:ext cx="8229600" cy="53949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t"/>
          <p:cNvSpPr/>
          <p:nvPr/>
        </p:nvSpPr>
        <p:spPr>
          <a:xfrm>
            <a:off x="1188720" y="2907791"/>
            <a:ext cx="155448" cy="155448"/>
          </a:xfrm>
          <a:prstGeom prst="ellipse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ot"/>
          <p:cNvSpPr/>
          <p:nvPr/>
        </p:nvSpPr>
        <p:spPr>
          <a:xfrm>
            <a:off x="1463040" y="2907791"/>
            <a:ext cx="155448" cy="155448"/>
          </a:xfrm>
          <a:prstGeom prst="ellipse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ot"/>
          <p:cNvSpPr/>
          <p:nvPr/>
        </p:nvSpPr>
        <p:spPr>
          <a:xfrm>
            <a:off x="1737360" y="2907791"/>
            <a:ext cx="155448" cy="155448"/>
          </a:xfrm>
          <a:prstGeom prst="ellipse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de title"/>
          <p:cNvSpPr txBox="1"/>
          <p:nvPr/>
        </p:nvSpPr>
        <p:spPr>
          <a:xfrm>
            <a:off x="2194560" y="283464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prisma/schema.prisma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1371600" y="3566160"/>
            <a:ext cx="7498079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lang="fr-FR" sz="2112" b="0">
                <a:solidFill>
                  <a:srgbClr val="FF1EF7"/>
                </a:solidFill>
                <a:latin typeface="Space Mono"/>
                <a:cs typeface="Space Mono"/>
              </a:rPr>
              <a:t>model </a:t>
            </a:r>
            <a:r>
              <a:rPr lang="fr-FR" sz="2112" b="0">
                <a:solidFill>
                  <a:srgbClr val="E4EAF6"/>
                </a:solidFill>
                <a:latin typeface="Space Mono"/>
                <a:cs typeface="Space Mono"/>
              </a:rPr>
              <a:t>Game {</a:t>
            </a:r>
          </a:p>
          <a:p>
            <a:pPr algn="l">
              <a:lnSpc>
                <a:spcPct val="170000"/>
              </a:lnSpc>
            </a:pPr>
            <a:r>
              <a:rPr lang="fr-FR" sz="2112" b="0">
                <a:solidFill>
                  <a:srgbClr val="E4EAF6"/>
                </a:solidFill>
                <a:latin typeface="Space Mono"/>
                <a:cs typeface="Space Mono"/>
              </a:rPr>
              <a:t>  id     </a:t>
            </a:r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Int    </a:t>
            </a:r>
            <a:r>
              <a:rPr lang="fr-FR" sz="2112" b="0">
                <a:solidFill>
                  <a:srgbClr val="FF1EF7"/>
                </a:solidFill>
                <a:latin typeface="Space Mono"/>
                <a:cs typeface="Space Mono"/>
              </a:rPr>
              <a:t>@id </a:t>
            </a:r>
            <a:r>
              <a:rPr lang="fr-FR" sz="2112" b="0">
                <a:solidFill>
                  <a:srgbClr val="00FF97"/>
                </a:solidFill>
                <a:latin typeface="Space Mono"/>
                <a:cs typeface="Space Mono"/>
              </a:rPr>
              <a:t>@default(autoincrement())</a:t>
            </a:r>
          </a:p>
          <a:p>
            <a:pPr algn="l">
              <a:lnSpc>
                <a:spcPct val="170000"/>
              </a:lnSpc>
            </a:pPr>
            <a:r>
              <a:rPr lang="fr-FR" sz="2112" b="0">
                <a:solidFill>
                  <a:srgbClr val="E4EAF6"/>
                </a:solidFill>
                <a:latin typeface="Space Mono"/>
                <a:cs typeface="Space Mono"/>
              </a:rPr>
              <a:t>  title  </a:t>
            </a:r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String </a:t>
            </a:r>
            <a:r>
              <a:rPr lang="fr-FR" sz="2112" b="0">
                <a:solidFill>
                  <a:srgbClr val="FF5F3A"/>
                </a:solidFill>
                <a:latin typeface="Space Mono"/>
                <a:cs typeface="Space Mono"/>
              </a:rPr>
              <a:t>@unique</a:t>
            </a:r>
          </a:p>
          <a:p>
            <a:pPr algn="l">
              <a:lnSpc>
                <a:spcPct val="170000"/>
              </a:lnSpc>
            </a:pPr>
            <a:r>
              <a:rPr lang="fr-FR" sz="2112" b="0">
                <a:solidFill>
                  <a:srgbClr val="E4EAF6"/>
                </a:solidFill>
                <a:latin typeface="Space Mono"/>
                <a:cs typeface="Space Mono"/>
              </a:rPr>
              <a:t>  studio </a:t>
            </a:r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String</a:t>
            </a:r>
          </a:p>
          <a:p>
            <a:pPr algn="l">
              <a:lnSpc>
                <a:spcPct val="170000"/>
              </a:lnSpc>
            </a:pPr>
            <a:r>
              <a:rPr lang="fr-FR" sz="2112" b="0">
                <a:solidFill>
                  <a:srgbClr val="E4EAF6"/>
                </a:solidFill>
                <a:latin typeface="Space Mono"/>
                <a:cs typeface="Space Mono"/>
              </a:rPr>
              <a:t>}</a:t>
            </a:r>
          </a:p>
        </p:txBody>
      </p:sp>
      <p:sp>
        <p:nvSpPr>
          <p:cNvPr id="11" name="Carte"/>
          <p:cNvSpPr/>
          <p:nvPr/>
        </p:nvSpPr>
        <p:spPr>
          <a:xfrm>
            <a:off x="9601200" y="2651760"/>
            <a:ext cx="7772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rre"/>
          <p:cNvSpPr/>
          <p:nvPr/>
        </p:nvSpPr>
        <p:spPr>
          <a:xfrm>
            <a:off x="9601200" y="2651760"/>
            <a:ext cx="91440" cy="118872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12680" y="283464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181818"/>
                </a:solidFill>
                <a:latin typeface="Space Mono"/>
                <a:cs typeface="Space Mono"/>
              </a:rPr>
              <a:t>model Game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3375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une table Game en base</a:t>
            </a:r>
          </a:p>
        </p:txBody>
      </p:sp>
      <p:sp>
        <p:nvSpPr>
          <p:cNvPr id="15" name="Carte"/>
          <p:cNvSpPr/>
          <p:nvPr/>
        </p:nvSpPr>
        <p:spPr>
          <a:xfrm>
            <a:off x="9601200" y="4023360"/>
            <a:ext cx="7772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arre"/>
          <p:cNvSpPr/>
          <p:nvPr/>
        </p:nvSpPr>
        <p:spPr>
          <a:xfrm>
            <a:off x="9601200" y="4023360"/>
            <a:ext cx="91440" cy="118872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12680" y="420624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181818"/>
                </a:solidFill>
                <a:latin typeface="Space Mono"/>
                <a:cs typeface="Space Mono"/>
              </a:rPr>
              <a:t>@id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47091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la clé primaire</a:t>
            </a:r>
          </a:p>
        </p:txBody>
      </p:sp>
      <p:sp>
        <p:nvSpPr>
          <p:cNvPr id="19" name="Carte"/>
          <p:cNvSpPr/>
          <p:nvPr/>
        </p:nvSpPr>
        <p:spPr>
          <a:xfrm>
            <a:off x="9601200" y="5394960"/>
            <a:ext cx="7772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arre"/>
          <p:cNvSpPr/>
          <p:nvPr/>
        </p:nvSpPr>
        <p:spPr>
          <a:xfrm>
            <a:off x="9601200" y="5394960"/>
            <a:ext cx="91440" cy="1188720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557784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181818"/>
                </a:solidFill>
                <a:latin typeface="Space Mono"/>
                <a:cs typeface="Space Mono"/>
              </a:rPr>
              <a:t>@default(autoincrement())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60807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l'id s'incrémente tout seul</a:t>
            </a:r>
          </a:p>
        </p:txBody>
      </p:sp>
      <p:sp>
        <p:nvSpPr>
          <p:cNvPr id="23" name="Carte"/>
          <p:cNvSpPr/>
          <p:nvPr/>
        </p:nvSpPr>
        <p:spPr>
          <a:xfrm>
            <a:off x="9601200" y="6766560"/>
            <a:ext cx="7772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arre"/>
          <p:cNvSpPr/>
          <p:nvPr/>
        </p:nvSpPr>
        <p:spPr>
          <a:xfrm>
            <a:off x="9601200" y="6766560"/>
            <a:ext cx="91440" cy="118872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694944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181818"/>
                </a:solidFill>
                <a:latin typeface="Space Mono"/>
                <a:cs typeface="Space Mono"/>
              </a:rPr>
              <a:t>@unique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74523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pas de doublon, sinon erreur</a:t>
            </a:r>
          </a:p>
        </p:txBody>
      </p:sp>
      <p:sp>
        <p:nvSpPr>
          <p:cNvPr id="27" name="Bandeau"/>
          <p:cNvSpPr/>
          <p:nvPr/>
        </p:nvSpPr>
        <p:spPr>
          <a:xfrm>
            <a:off x="914400" y="8641080"/>
            <a:ext cx="16459200" cy="96926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andeauTx"/>
          <p:cNvSpPr txBox="1"/>
          <p:nvPr/>
        </p:nvSpPr>
        <p:spPr>
          <a:xfrm>
            <a:off x="1371600" y="8641080"/>
            <a:ext cx="1554480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400" b="0">
                <a:solidFill>
                  <a:srgbClr val="00FF97"/>
                </a:solidFill>
                <a:latin typeface="Space Mono"/>
                <a:cs typeface="Space Mono"/>
              </a:rPr>
              <a:t>{ UN SEUL FICHIER DÉCRIT TOUTE TA BASE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01 · Prisma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LE WORKFLOW EN 3 COMMANDES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07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606040"/>
            <a:ext cx="502920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teBarre"/>
          <p:cNvSpPr/>
          <p:nvPr/>
        </p:nvSpPr>
        <p:spPr>
          <a:xfrm>
            <a:off x="914400" y="2606040"/>
            <a:ext cx="5029200" cy="73152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 database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06324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29260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4400" b="0">
                <a:solidFill>
                  <a:srgbClr val="013AFB"/>
                </a:solidFill>
                <a:latin typeface="Anton"/>
                <a:cs typeface="Anto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160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000" b="0">
                <a:solidFill>
                  <a:srgbClr val="181818"/>
                </a:solidFill>
                <a:latin typeface="Anton"/>
                <a:cs typeface="Anton"/>
              </a:rPr>
              <a:t>MIGRATE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7091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1">
                <a:solidFill>
                  <a:srgbClr val="013AFB"/>
                </a:solidFill>
                <a:latin typeface="Space Mono"/>
                <a:cs typeface="Space Mono"/>
              </a:rPr>
              <a:t>npx prisma migrate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16636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20" b="0">
                <a:solidFill>
                  <a:srgbClr val="3A3F55"/>
                </a:solidFill>
                <a:latin typeface="Space Mono"/>
                <a:cs typeface="Space Mono"/>
              </a:rPr>
              <a:t>Crée la migration SQL et l'applique à ta base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4297680"/>
            <a:ext cx="59436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13" name="Carte"/>
          <p:cNvSpPr/>
          <p:nvPr/>
        </p:nvSpPr>
        <p:spPr>
          <a:xfrm>
            <a:off x="6629400" y="2606040"/>
            <a:ext cx="502920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teBarre"/>
          <p:cNvSpPr/>
          <p:nvPr/>
        </p:nvSpPr>
        <p:spPr>
          <a:xfrm>
            <a:off x="6629400" y="2606040"/>
            <a:ext cx="5029200" cy="73152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 refresh-cw" descr="refresh-cw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063240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04120" y="29260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4400" b="0">
                <a:solidFill>
                  <a:srgbClr val="FF1EF7"/>
                </a:solidFill>
                <a:latin typeface="Anton"/>
                <a:cs typeface="Anto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160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000" b="0">
                <a:solidFill>
                  <a:srgbClr val="181818"/>
                </a:solidFill>
                <a:latin typeface="Anton"/>
                <a:cs typeface="Anton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7091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1">
                <a:solidFill>
                  <a:srgbClr val="FF1EF7"/>
                </a:solidFill>
                <a:latin typeface="Space Mono"/>
                <a:cs typeface="Space Mono"/>
              </a:rPr>
              <a:t>npx prisma 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16636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20" b="0">
                <a:solidFill>
                  <a:srgbClr val="3A3F55"/>
                </a:solidFill>
                <a:latin typeface="Space Mono"/>
                <a:cs typeface="Space Mono"/>
              </a:rPr>
              <a:t>Régénère le client TypeScript depuis le schema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704320" y="4297680"/>
            <a:ext cx="59436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21" name="Carte"/>
          <p:cNvSpPr/>
          <p:nvPr/>
        </p:nvSpPr>
        <p:spPr>
          <a:xfrm>
            <a:off x="12344400" y="2606040"/>
            <a:ext cx="502920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teBarre"/>
          <p:cNvSpPr/>
          <p:nvPr/>
        </p:nvSpPr>
        <p:spPr>
          <a:xfrm>
            <a:off x="12344400" y="2606040"/>
            <a:ext cx="502920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con code" descr="cod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0" y="3063240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819120" y="292608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4400" b="0">
                <a:solidFill>
                  <a:srgbClr val="0A8F5B"/>
                </a:solidFill>
                <a:latin typeface="Anton"/>
                <a:cs typeface="Anton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55880" y="4160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000" b="0">
                <a:solidFill>
                  <a:srgbClr val="181818"/>
                </a:solidFill>
                <a:latin typeface="Anton"/>
                <a:cs typeface="Anton"/>
              </a:rPr>
              <a:t>UTILISE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55880" y="47091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1">
                <a:solidFill>
                  <a:srgbClr val="0A8F5B"/>
                </a:solidFill>
                <a:latin typeface="Space Mono"/>
                <a:cs typeface="Space Mono"/>
              </a:rPr>
              <a:t>import { prisma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55880" y="516636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20" b="0">
                <a:solidFill>
                  <a:srgbClr val="3A3F55"/>
                </a:solidFill>
                <a:latin typeface="Space Mono"/>
                <a:cs typeface="Space Mono"/>
              </a:rPr>
              <a:t>Importe le client et écris tes requêtes</a:t>
            </a:r>
          </a:p>
        </p:txBody>
      </p:sp>
      <p:sp>
        <p:nvSpPr>
          <p:cNvPr id="28" name="Code card"/>
          <p:cNvSpPr/>
          <p:nvPr/>
        </p:nvSpPr>
        <p:spPr>
          <a:xfrm>
            <a:off x="914400" y="6675120"/>
            <a:ext cx="16459200" cy="274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t"/>
          <p:cNvSpPr/>
          <p:nvPr/>
        </p:nvSpPr>
        <p:spPr>
          <a:xfrm>
            <a:off x="1188720" y="6931152"/>
            <a:ext cx="155448" cy="155448"/>
          </a:xfrm>
          <a:prstGeom prst="ellipse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t"/>
          <p:cNvSpPr/>
          <p:nvPr/>
        </p:nvSpPr>
        <p:spPr>
          <a:xfrm>
            <a:off x="1463040" y="6931152"/>
            <a:ext cx="155448" cy="155448"/>
          </a:xfrm>
          <a:prstGeom prst="ellipse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t"/>
          <p:cNvSpPr/>
          <p:nvPr/>
        </p:nvSpPr>
        <p:spPr>
          <a:xfrm>
            <a:off x="1737360" y="6931152"/>
            <a:ext cx="155448" cy="155448"/>
          </a:xfrm>
          <a:prstGeom prst="ellipse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ode title"/>
          <p:cNvSpPr txBox="1"/>
          <p:nvPr/>
        </p:nvSpPr>
        <p:spPr>
          <a:xfrm>
            <a:off x="2194560" y="6858000"/>
            <a:ext cx="148132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terminal</a:t>
            </a:r>
          </a:p>
        </p:txBody>
      </p:sp>
      <p:sp>
        <p:nvSpPr>
          <p:cNvPr id="33" name="Code"/>
          <p:cNvSpPr txBox="1"/>
          <p:nvPr/>
        </p:nvSpPr>
        <p:spPr>
          <a:xfrm>
            <a:off x="1371600" y="7315200"/>
            <a:ext cx="155448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fr-FR" sz="2112" b="0">
                <a:solidFill>
                  <a:srgbClr val="00FF97"/>
                </a:solidFill>
                <a:latin typeface="Space Mono"/>
                <a:cs typeface="Space Mono"/>
              </a:rPr>
              <a:t>$ </a:t>
            </a:r>
            <a:r>
              <a:rPr lang="fr-FR" sz="2112" b="0">
                <a:solidFill>
                  <a:srgbClr val="FFFFFF"/>
                </a:solidFill>
                <a:latin typeface="Space Mono"/>
                <a:cs typeface="Space Mono"/>
              </a:rPr>
              <a:t>npx prisma migrate dev --name init</a:t>
            </a:r>
          </a:p>
          <a:p>
            <a:pPr algn="l">
              <a:lnSpc>
                <a:spcPct val="120000"/>
              </a:lnSpc>
            </a:pPr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Your database is now in sync with your schema.</a:t>
            </a:r>
          </a:p>
          <a:p>
            <a:pPr algn="l">
              <a:lnSpc>
                <a:spcPct val="120000"/>
              </a:lnSpc>
            </a:pPr>
            <a:r>
              <a:rPr lang="fr-FR" sz="2112" b="0">
                <a:solidFill>
                  <a:srgbClr val="00FF97"/>
                </a:solidFill>
                <a:latin typeface="Space Mono"/>
                <a:cs typeface="Space Mono"/>
              </a:rPr>
              <a:t>$ </a:t>
            </a:r>
            <a:r>
              <a:rPr lang="fr-FR" sz="2112" b="0">
                <a:solidFill>
                  <a:srgbClr val="FFFFFF"/>
                </a:solidFill>
                <a:latin typeface="Space Mono"/>
                <a:cs typeface="Space Mono"/>
              </a:rPr>
              <a:t>npx prisma generate</a:t>
            </a:r>
          </a:p>
          <a:p>
            <a:pPr algn="l">
              <a:lnSpc>
                <a:spcPct val="120000"/>
              </a:lnSpc>
            </a:pPr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Generated Prisma Client (7.8.0) to ./generated/prisma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0FF97"/>
                </a:solidFill>
                <a:latin typeface="Space Mono"/>
                <a:cs typeface="Space Mono"/>
              </a:rPr>
              <a:t>&lt; Meme break /&gt;</a:t>
            </a:r>
          </a:p>
        </p:txBody>
      </p:sp>
      <p:sp>
        <p:nvSpPr>
          <p:cNvPr id="3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9AA3C7"/>
                </a:solidFill>
                <a:latin typeface="Space Mono"/>
                <a:cs typeface="Space Mono"/>
              </a:rPr>
              <a:t>08 / 24</a:t>
            </a:r>
          </a:p>
        </p:txBody>
      </p:sp>
      <p:pic>
        <p:nvPicPr>
          <p:cNvPr id="4" name="Meme panik" descr="Meme Panik Kalm Panik : 'studio' n'existe pas sur Game, pourtant j'ai fait migrate dev, mais pas prisma gener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712664" cy="7863840"/>
          </a:xfrm>
          <a:prstGeom prst="rect">
            <a:avLst/>
          </a:prstGeom>
        </p:spPr>
      </p:pic>
      <p:sp>
        <p:nvSpPr>
          <p:cNvPr id="5" name="Titre"/>
          <p:cNvSpPr txBox="1"/>
          <p:nvPr/>
        </p:nvSpPr>
        <p:spPr>
          <a:xfrm>
            <a:off x="7450024" y="3086100"/>
            <a:ext cx="9923575" cy="2606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fr-FR" sz="6400" b="0">
                <a:solidFill>
                  <a:srgbClr val="FFFFFF"/>
                </a:solidFill>
                <a:latin typeface="Anton"/>
                <a:cs typeface="Anton"/>
              </a:rPr>
              <a:t>MIGRATE</a:t>
            </a:r>
          </a:p>
          <a:p>
            <a:pPr algn="l">
              <a:lnSpc>
                <a:spcPct val="95000"/>
              </a:lnSpc>
            </a:pPr>
            <a:r>
              <a:rPr lang="fr-FR" sz="6400" b="0">
                <a:solidFill>
                  <a:srgbClr val="FFFFFF"/>
                </a:solidFill>
                <a:latin typeface="Anton"/>
                <a:cs typeface="Anton"/>
              </a:rPr>
              <a:t>PUIS</a:t>
            </a:r>
          </a:p>
          <a:p>
            <a:pPr algn="l">
              <a:lnSpc>
                <a:spcPct val="95000"/>
              </a:lnSpc>
            </a:pPr>
            <a:r>
              <a:rPr lang="fr-FR" sz="6400" b="0">
                <a:solidFill>
                  <a:srgbClr val="FFFFFF"/>
                </a:solidFill>
                <a:latin typeface="Anton"/>
                <a:cs typeface="Anton"/>
              </a:rPr>
              <a:t>GENERATE</a:t>
            </a:r>
            <a:r>
              <a:rPr lang="fr-FR" sz="64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6" name="Sous-titre"/>
          <p:cNvSpPr txBox="1"/>
          <p:nvPr/>
        </p:nvSpPr>
        <p:spPr>
          <a:xfrm>
            <a:off x="7450024" y="6057900"/>
            <a:ext cx="9923575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C9CFE6"/>
                </a:solidFill>
                <a:latin typeface="Space Mono"/>
                <a:cs typeface="Space Mono"/>
              </a:rPr>
              <a:t>Prisma 7 : migrate dev ne régénère plus le client. Lance prisma generate ensuite.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7512"/>
            <a:ext cx="2048256" cy="493776"/>
          </a:xfrm>
          <a:prstGeom prst="rect">
            <a:avLst/>
          </a:prstGeom>
        </p:spPr>
      </p:pic>
      <p:sp>
        <p:nvSpPr>
          <p:cNvPr id="102" name="Bloc1"/>
          <p:cNvSpPr/>
          <p:nvPr/>
        </p:nvSpPr>
        <p:spPr>
          <a:xfrm>
            <a:off x="14950440" y="1426464"/>
            <a:ext cx="1901952" cy="950976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Bloc2"/>
          <p:cNvSpPr/>
          <p:nvPr/>
        </p:nvSpPr>
        <p:spPr>
          <a:xfrm>
            <a:off x="16440912" y="2569464"/>
            <a:ext cx="1234440" cy="1234440"/>
          </a:xfrm>
          <a:prstGeom prst="rect">
            <a:avLst/>
          </a:prstGeom>
          <a:solidFill>
            <a:srgbClr val="00FF97">
              <a:alpha val="5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Bloc3"/>
          <p:cNvSpPr/>
          <p:nvPr/>
        </p:nvSpPr>
        <p:spPr>
          <a:xfrm>
            <a:off x="14996160" y="2761488"/>
            <a:ext cx="914400" cy="9144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NumPartie"/>
          <p:cNvSpPr txBox="1"/>
          <p:nvPr/>
        </p:nvSpPr>
        <p:spPr>
          <a:xfrm>
            <a:off x="14538960" y="80467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defTabSz="914445"/>
            <a:r>
              <a:rPr lang="fr-FR" sz="1800" spc="180">
                <a:solidFill>
                  <a:srgbClr val="00FF97"/>
                </a:solidFill>
                <a:latin typeface="Space Mono" pitchFamily="34" charset="0"/>
                <a:cs typeface="Space Mono"/>
              </a:rPr>
              <a:t>09 / 24</a:t>
            </a:r>
          </a:p>
        </p:txBody>
      </p:sp>
      <p:sp>
        <p:nvSpPr>
          <p:cNvPr id="106" name="TitrePartie"/>
          <p:cNvSpPr txBox="1"/>
          <p:nvPr/>
        </p:nvSpPr>
        <p:spPr>
          <a:xfrm>
            <a:off x="914400" y="3291840"/>
            <a:ext cx="16221456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>
              <a:lnSpc>
                <a:spcPct val="88000"/>
              </a:lnSpc>
            </a:pPr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LES REQUÊTES</a:t>
            </a:r>
            <a:r>
              <a:rPr lang="fr-FR" sz="13200">
                <a:solidFill>
                  <a:srgbClr val="FF1EF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07" name="SousPartie"/>
          <p:cNvSpPr txBox="1"/>
          <p:nvPr/>
        </p:nvSpPr>
        <p:spPr>
          <a:xfrm>
            <a:off x="914400" y="2651760"/>
            <a:ext cx="128016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250" dirty="0">
                <a:solidFill>
                  <a:srgbClr val="00FF97"/>
                </a:solidFill>
                <a:latin typeface="Space Mono"/>
                <a:cs typeface="Space Mono"/>
              </a:rPr>
              <a:t>&lt; Prisma Client /&gt;</a:t>
            </a:r>
          </a:p>
        </p:txBody>
      </p:sp>
      <p:sp>
        <p:nvSpPr>
          <p:cNvPr id="108" name="Signature"/>
          <p:cNvSpPr txBox="1"/>
          <p:nvPr/>
        </p:nvSpPr>
        <p:spPr>
          <a:xfrm>
            <a:off x="914400" y="9125712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95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  <p:sp>
        <p:nvSpPr>
          <p:cNvPr id="109" name="Deco0"/>
          <p:cNvSpPr/>
          <p:nvPr/>
        </p:nvSpPr>
        <p:spPr>
          <a:xfrm>
            <a:off x="14685264" y="8860536"/>
            <a:ext cx="566928" cy="566928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0" name="Deco1"/>
          <p:cNvSpPr/>
          <p:nvPr/>
        </p:nvSpPr>
        <p:spPr>
          <a:xfrm>
            <a:off x="15389352" y="8860536"/>
            <a:ext cx="566928" cy="566928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1" name="Deco2"/>
          <p:cNvSpPr/>
          <p:nvPr/>
        </p:nvSpPr>
        <p:spPr>
          <a:xfrm>
            <a:off x="16093440" y="8860536"/>
            <a:ext cx="566928" cy="566928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2" name="Deco3"/>
          <p:cNvSpPr/>
          <p:nvPr/>
        </p:nvSpPr>
        <p:spPr>
          <a:xfrm>
            <a:off x="16797528" y="8860536"/>
            <a:ext cx="566928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02 · Requêtes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CRUD : 4 VERBES, 4 REQUÊTES SQL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10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514600"/>
            <a:ext cx="1645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rre"/>
          <p:cNvSpPr/>
          <p:nvPr/>
        </p:nvSpPr>
        <p:spPr>
          <a:xfrm>
            <a:off x="914400" y="2514600"/>
            <a:ext cx="91440" cy="141732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 circle-plus" descr="circle-plu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898648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03120" y="286207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013AFB"/>
                </a:solidFill>
                <a:latin typeface="Anton"/>
                <a:cs typeface="Anton"/>
              </a:rPr>
              <a:t>CREATE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697480"/>
            <a:ext cx="6583680" cy="1051560"/>
          </a:xfrm>
          <a:prstGeom prst="rect">
            <a:avLst/>
          </a:prstGeom>
          <a:solidFill>
            <a:srgbClr val="E4EA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2697480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prisma.game.create({ data: { title, studio } })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835640" y="3227832"/>
            <a:ext cx="50292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11430000" y="2697480"/>
            <a:ext cx="5760720" cy="10515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67160" y="2697480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INSERT INTO "Game" (title, studio)</a:t>
            </a:r>
          </a:p>
          <a:p>
            <a:pPr algn="l"/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VALUES ($1, $2)</a:t>
            </a:r>
          </a:p>
        </p:txBody>
      </p:sp>
      <p:sp>
        <p:nvSpPr>
          <p:cNvPr id="14" name="Carte"/>
          <p:cNvSpPr/>
          <p:nvPr/>
        </p:nvSpPr>
        <p:spPr>
          <a:xfrm>
            <a:off x="914400" y="4041648"/>
            <a:ext cx="1645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arre"/>
          <p:cNvSpPr/>
          <p:nvPr/>
        </p:nvSpPr>
        <p:spPr>
          <a:xfrm>
            <a:off x="914400" y="4041648"/>
            <a:ext cx="91440" cy="141732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search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425696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03120" y="43891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1EF7"/>
                </a:solidFill>
                <a:latin typeface="Anton"/>
                <a:cs typeface="Anton"/>
              </a:rPr>
              <a:t>READ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224528"/>
            <a:ext cx="6583680" cy="1051560"/>
          </a:xfrm>
          <a:prstGeom prst="rect">
            <a:avLst/>
          </a:prstGeom>
          <a:solidFill>
            <a:srgbClr val="E4EA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4224528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prisma.game.findUnique({ where: { id } })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35640" y="4754880"/>
            <a:ext cx="50292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11430000" y="4224528"/>
            <a:ext cx="5760720" cy="10515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67160" y="4224528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SELECT id, title, studio</a:t>
            </a:r>
          </a:p>
          <a:p>
            <a:pPr algn="l"/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FROM "Game" WHERE id = $1 LIMIT 1</a:t>
            </a:r>
          </a:p>
        </p:txBody>
      </p:sp>
      <p:sp>
        <p:nvSpPr>
          <p:cNvPr id="23" name="Carte"/>
          <p:cNvSpPr/>
          <p:nvPr/>
        </p:nvSpPr>
        <p:spPr>
          <a:xfrm>
            <a:off x="914400" y="5568696"/>
            <a:ext cx="1645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arre"/>
          <p:cNvSpPr/>
          <p:nvPr/>
        </p:nvSpPr>
        <p:spPr>
          <a:xfrm>
            <a:off x="914400" y="5568696"/>
            <a:ext cx="91440" cy="1417320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pencil" descr="penci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5952744"/>
            <a:ext cx="640080" cy="640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03120" y="5916168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0A8F5B"/>
                </a:solidFill>
                <a:latin typeface="Anton"/>
                <a:cs typeface="Anton"/>
              </a:rPr>
              <a:t>UPDATE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751576"/>
            <a:ext cx="6583680" cy="1051560"/>
          </a:xfrm>
          <a:prstGeom prst="rect">
            <a:avLst/>
          </a:prstGeom>
          <a:solidFill>
            <a:srgbClr val="E4EA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5751576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prisma.game.update({ where: { id }, data: { title } })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835640" y="6281928"/>
            <a:ext cx="50292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11430000" y="5751576"/>
            <a:ext cx="5760720" cy="10515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67160" y="5751576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UPDATE "Game" SET title = $1 WHERE id = $2</a:t>
            </a:r>
          </a:p>
        </p:txBody>
      </p:sp>
      <p:sp>
        <p:nvSpPr>
          <p:cNvPr id="32" name="Carte"/>
          <p:cNvSpPr/>
          <p:nvPr/>
        </p:nvSpPr>
        <p:spPr>
          <a:xfrm>
            <a:off x="914400" y="7095744"/>
            <a:ext cx="16459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arre"/>
          <p:cNvSpPr/>
          <p:nvPr/>
        </p:nvSpPr>
        <p:spPr>
          <a:xfrm>
            <a:off x="914400" y="7095744"/>
            <a:ext cx="91440" cy="141732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on trash-2" descr="trash-2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7479792"/>
            <a:ext cx="640080" cy="640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03120" y="7443216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5F3A"/>
                </a:solidFill>
                <a:latin typeface="Anton"/>
                <a:cs typeface="Anton"/>
              </a:rPr>
              <a:t>DELETE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7278624"/>
            <a:ext cx="6583680" cy="1051560"/>
          </a:xfrm>
          <a:prstGeom prst="rect">
            <a:avLst/>
          </a:prstGeom>
          <a:solidFill>
            <a:srgbClr val="E4EA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51960" y="7278624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prisma.game.delete({ where: { id } })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835640" y="7808975"/>
            <a:ext cx="50292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39" name="Rectangle 38"/>
          <p:cNvSpPr/>
          <p:nvPr/>
        </p:nvSpPr>
        <p:spPr>
          <a:xfrm>
            <a:off x="11430000" y="7278624"/>
            <a:ext cx="5760720" cy="10515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67160" y="7278624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0">
                <a:solidFill>
                  <a:srgbClr val="00FF97"/>
                </a:solidFill>
                <a:latin typeface="Space Mono"/>
                <a:cs typeface="Space Mono"/>
              </a:rPr>
              <a:t>DELETE FROM "Game" WHERE id = $1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0FF97"/>
                </a:solidFill>
                <a:latin typeface="Space Mono"/>
                <a:cs typeface="Space Mono"/>
              </a:rPr>
              <a:t>&lt; Meme break /&gt;</a:t>
            </a:r>
          </a:p>
        </p:txBody>
      </p:sp>
      <p:sp>
        <p:nvSpPr>
          <p:cNvPr id="3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9AA3C7"/>
                </a:solidFill>
                <a:latin typeface="Space Mono"/>
                <a:cs typeface="Space Mono"/>
              </a:rPr>
              <a:t>11 / 24</a:t>
            </a:r>
          </a:p>
        </p:txBody>
      </p:sp>
      <p:pic>
        <p:nvPicPr>
          <p:cNvPr id="4" name="Meme always" descr="Meme Always Has Been : Attends, Prisma génère du SQL ? Depuis le déb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20289"/>
            <a:ext cx="10607040" cy="5966460"/>
          </a:xfrm>
          <a:prstGeom prst="rect">
            <a:avLst/>
          </a:prstGeom>
        </p:spPr>
      </p:pic>
      <p:sp>
        <p:nvSpPr>
          <p:cNvPr id="5" name="Titre"/>
          <p:cNvSpPr txBox="1"/>
          <p:nvPr/>
        </p:nvSpPr>
        <p:spPr>
          <a:xfrm>
            <a:off x="12344400" y="3086100"/>
            <a:ext cx="5029200" cy="2606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fr-FR" sz="6400" b="0">
                <a:solidFill>
                  <a:srgbClr val="FFFFFF"/>
                </a:solidFill>
                <a:latin typeface="Anton"/>
                <a:cs typeface="Anton"/>
              </a:rPr>
              <a:t>LOGGE</a:t>
            </a:r>
          </a:p>
          <a:p>
            <a:pPr algn="l">
              <a:lnSpc>
                <a:spcPct val="95000"/>
              </a:lnSpc>
            </a:pPr>
            <a:r>
              <a:rPr lang="fr-FR" sz="6400" b="0">
                <a:solidFill>
                  <a:srgbClr val="FFFFFF"/>
                </a:solidFill>
                <a:latin typeface="Anton"/>
                <a:cs typeface="Anton"/>
              </a:rPr>
              <a:t>LES</a:t>
            </a:r>
          </a:p>
          <a:p>
            <a:pPr algn="l">
              <a:lnSpc>
                <a:spcPct val="95000"/>
              </a:lnSpc>
            </a:pPr>
            <a:r>
              <a:rPr lang="fr-FR" sz="6400" b="0">
                <a:solidFill>
                  <a:srgbClr val="FFFFFF"/>
                </a:solidFill>
                <a:latin typeface="Anton"/>
                <a:cs typeface="Anton"/>
              </a:rPr>
              <a:t>REQUÊTES</a:t>
            </a:r>
            <a:r>
              <a:rPr lang="fr-FR" sz="64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6" name="Sous-titre"/>
          <p:cNvSpPr txBox="1"/>
          <p:nvPr/>
        </p:nvSpPr>
        <p:spPr>
          <a:xfrm>
            <a:off x="12344400" y="60579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C9CFE6"/>
                </a:solidFill>
                <a:latin typeface="Space Mono"/>
                <a:cs typeface="Space Mono"/>
              </a:rPr>
              <a:t>Ajoute log: ['query'] au PrismaClient pour voir chaque requête 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02 · Requêtes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LIRE : FILTRER, TRIER, LIMITER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12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606040"/>
            <a:ext cx="384048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teBarre"/>
          <p:cNvSpPr/>
          <p:nvPr/>
        </p:nvSpPr>
        <p:spPr>
          <a:xfrm>
            <a:off x="914400" y="2606040"/>
            <a:ext cx="3840480" cy="73152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 list-filter" descr="list-filt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10896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4600" b="0">
                <a:solidFill>
                  <a:srgbClr val="013AFB"/>
                </a:solidFill>
                <a:latin typeface="Anton"/>
                <a:cs typeface="Anton"/>
              </a:rPr>
              <a:t>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55778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600"/>
              </a:spcAft>
              <a:buClr>
                <a:srgbClr val="013AFB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Filtre les lignes</a:t>
            </a:r>
          </a:p>
          <a:p>
            <a:pPr marL="292608" indent="-292608" algn="l">
              <a:spcAft>
                <a:spcPts val="600"/>
              </a:spcAft>
              <a:buClr>
                <a:srgbClr val="013AFB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{ studio: 'Team Cherry' }</a:t>
            </a:r>
          </a:p>
        </p:txBody>
      </p:sp>
      <p:sp>
        <p:nvSpPr>
          <p:cNvPr id="10" name="Carte"/>
          <p:cNvSpPr/>
          <p:nvPr/>
        </p:nvSpPr>
        <p:spPr>
          <a:xfrm>
            <a:off x="5120640" y="2606040"/>
            <a:ext cx="384048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teBarre"/>
          <p:cNvSpPr/>
          <p:nvPr/>
        </p:nvSpPr>
        <p:spPr>
          <a:xfrm>
            <a:off x="5120640" y="2606040"/>
            <a:ext cx="3840480" cy="73152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 columns-3" descr="columns-3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108960"/>
            <a:ext cx="1188720" cy="1188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2120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4600" b="0">
                <a:solidFill>
                  <a:srgbClr val="FF1EF7"/>
                </a:solidFill>
                <a:latin typeface="Anton"/>
                <a:cs typeface="Anton"/>
              </a:rP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55778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600"/>
              </a:spcAft>
              <a:buClr>
                <a:srgbClr val="FF1EF7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Choisit les colonnes</a:t>
            </a:r>
          </a:p>
          <a:p>
            <a:pPr marL="292608" indent="-292608" algn="l">
              <a:spcAft>
                <a:spcPts val="600"/>
              </a:spcAft>
              <a:buClr>
                <a:srgbClr val="FF1EF7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{ title: true }</a:t>
            </a:r>
          </a:p>
          <a:p>
            <a:pPr marL="292608" indent="-292608" algn="l">
              <a:spcAft>
                <a:spcPts val="600"/>
              </a:spcAft>
              <a:buClr>
                <a:srgbClr val="FF1EF7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Le type retourné suit</a:t>
            </a:r>
          </a:p>
        </p:txBody>
      </p:sp>
      <p:sp>
        <p:nvSpPr>
          <p:cNvPr id="15" name="Carte"/>
          <p:cNvSpPr/>
          <p:nvPr/>
        </p:nvSpPr>
        <p:spPr>
          <a:xfrm>
            <a:off x="9326880" y="2606040"/>
            <a:ext cx="384048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teBarre"/>
          <p:cNvSpPr/>
          <p:nvPr/>
        </p:nvSpPr>
        <p:spPr>
          <a:xfrm>
            <a:off x="9326880" y="2606040"/>
            <a:ext cx="384048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arrow-up-down" descr="arrow-up-dow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59" y="3108960"/>
            <a:ext cx="11887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38359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4600" b="0">
                <a:solidFill>
                  <a:srgbClr val="0A8F5B"/>
                </a:solidFill>
                <a:latin typeface="Anton"/>
                <a:cs typeface="Anton"/>
              </a:rPr>
              <a:t>ORDERBY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59" y="55778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600"/>
              </a:spcAft>
              <a:buClr>
                <a:srgbClr val="0A8F5B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Trie le résultat</a:t>
            </a:r>
          </a:p>
          <a:p>
            <a:pPr marL="292608" indent="-292608" algn="l">
              <a:spcAft>
                <a:spcPts val="600"/>
              </a:spcAft>
              <a:buClr>
                <a:srgbClr val="0A8F5B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{ title: 'asc' }</a:t>
            </a:r>
          </a:p>
        </p:txBody>
      </p:sp>
      <p:sp>
        <p:nvSpPr>
          <p:cNvPr id="20" name="Carte"/>
          <p:cNvSpPr/>
          <p:nvPr/>
        </p:nvSpPr>
        <p:spPr>
          <a:xfrm>
            <a:off x="13533119" y="2606040"/>
            <a:ext cx="384048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teBarre"/>
          <p:cNvSpPr/>
          <p:nvPr/>
        </p:nvSpPr>
        <p:spPr>
          <a:xfrm>
            <a:off x="13533119" y="2606040"/>
            <a:ext cx="384048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scissors" descr="scissor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599" y="3108960"/>
            <a:ext cx="1188720" cy="1188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944599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4600" b="0">
                <a:solidFill>
                  <a:srgbClr val="FF5F3A"/>
                </a:solidFill>
                <a:latin typeface="Anton"/>
                <a:cs typeface="Anton"/>
              </a:rPr>
              <a:t>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44599" y="55778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600"/>
              </a:spcAft>
              <a:buClr>
                <a:srgbClr val="FF5F3A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Limite le nombre de lignes</a:t>
            </a:r>
          </a:p>
          <a:p>
            <a:pPr marL="292608" indent="-292608" algn="l">
              <a:spcAft>
                <a:spcPts val="600"/>
              </a:spcAft>
              <a:buClr>
                <a:srgbClr val="FF5F3A"/>
              </a:buClr>
              <a:buFont typeface="Arial"/>
              <a:buChar char="▪"/>
            </a:pPr>
            <a:r>
              <a:rPr lang="fr-FR" sz="2304" b="0">
                <a:solidFill>
                  <a:srgbClr val="181818"/>
                </a:solidFill>
                <a:latin typeface="Space Mono"/>
                <a:cs typeface="Space Mono"/>
              </a:rPr>
              <a:t>Devient LIMIT en SQL</a:t>
            </a:r>
          </a:p>
        </p:txBody>
      </p:sp>
      <p:sp>
        <p:nvSpPr>
          <p:cNvPr id="25" name="Bandeau"/>
          <p:cNvSpPr/>
          <p:nvPr/>
        </p:nvSpPr>
        <p:spPr>
          <a:xfrm>
            <a:off x="914400" y="8641080"/>
            <a:ext cx="16459200" cy="96926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andeauTx"/>
          <p:cNvSpPr txBox="1"/>
          <p:nvPr/>
        </p:nvSpPr>
        <p:spPr>
          <a:xfrm>
            <a:off x="1371600" y="8641080"/>
            <a:ext cx="1554480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400" b="0">
                <a:solidFill>
                  <a:srgbClr val="00FF97"/>
                </a:solidFill>
                <a:latin typeface="Space Mono"/>
                <a:cs typeface="Space Mono"/>
              </a:rPr>
              <a:t>{ UN SEUL APPEL, TOUS LES FILTRES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02 · Requêtes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LES ERREURS AVANT L'EXÉCUTION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13 / 24</a:t>
            </a:r>
          </a:p>
        </p:txBody>
      </p:sp>
      <p:sp>
        <p:nvSpPr>
          <p:cNvPr id="5" name="Code card"/>
          <p:cNvSpPr/>
          <p:nvPr/>
        </p:nvSpPr>
        <p:spPr>
          <a:xfrm>
            <a:off x="914400" y="2560320"/>
            <a:ext cx="8138160" cy="57607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t"/>
          <p:cNvSpPr/>
          <p:nvPr/>
        </p:nvSpPr>
        <p:spPr>
          <a:xfrm>
            <a:off x="1188720" y="2816352"/>
            <a:ext cx="155448" cy="155448"/>
          </a:xfrm>
          <a:prstGeom prst="ellipse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ot"/>
          <p:cNvSpPr/>
          <p:nvPr/>
        </p:nvSpPr>
        <p:spPr>
          <a:xfrm>
            <a:off x="1463040" y="2816352"/>
            <a:ext cx="155448" cy="155448"/>
          </a:xfrm>
          <a:prstGeom prst="ellipse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ot"/>
          <p:cNvSpPr/>
          <p:nvPr/>
        </p:nvSpPr>
        <p:spPr>
          <a:xfrm>
            <a:off x="1737360" y="2816352"/>
            <a:ext cx="155448" cy="155448"/>
          </a:xfrm>
          <a:prstGeom prst="ellipse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de title"/>
          <p:cNvSpPr txBox="1"/>
          <p:nvPr/>
        </p:nvSpPr>
        <p:spPr>
          <a:xfrm>
            <a:off x="2194560" y="2743200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typo.ts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1371600" y="3246120"/>
            <a:ext cx="7406640" cy="4937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await prisma.game.create({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 data: {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   </a:t>
            </a:r>
            <a:r>
              <a:rPr lang="fr-FR" sz="2016" b="0">
                <a:solidFill>
                  <a:srgbClr val="FF5F3A"/>
                </a:solidFill>
                <a:latin typeface="Space Mono"/>
                <a:cs typeface="Space Mono"/>
              </a:rPr>
              <a:t>titel</a:t>
            </a: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: 'Celeste',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   studio: 'X',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 },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})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const games = await prisma.game.findMany({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 select: { title: true },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})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console.log(games[0].</a:t>
            </a:r>
            <a:r>
              <a:rPr lang="fr-FR" sz="2016" b="0">
                <a:solidFill>
                  <a:srgbClr val="FF5F3A"/>
                </a:solidFill>
                <a:latin typeface="Space Mono"/>
                <a:cs typeface="Space Mono"/>
              </a:rPr>
              <a:t>studio</a:t>
            </a: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)</a:t>
            </a:r>
          </a:p>
        </p:txBody>
      </p:sp>
      <p:sp>
        <p:nvSpPr>
          <p:cNvPr id="11" name="Code card"/>
          <p:cNvSpPr/>
          <p:nvPr/>
        </p:nvSpPr>
        <p:spPr>
          <a:xfrm>
            <a:off x="9326880" y="2560320"/>
            <a:ext cx="8046720" cy="57607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t"/>
          <p:cNvSpPr/>
          <p:nvPr/>
        </p:nvSpPr>
        <p:spPr>
          <a:xfrm>
            <a:off x="9601200" y="2816352"/>
            <a:ext cx="155448" cy="155448"/>
          </a:xfrm>
          <a:prstGeom prst="ellipse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t"/>
          <p:cNvSpPr/>
          <p:nvPr/>
        </p:nvSpPr>
        <p:spPr>
          <a:xfrm>
            <a:off x="9875520" y="2816352"/>
            <a:ext cx="155448" cy="155448"/>
          </a:xfrm>
          <a:prstGeom prst="ellipse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t"/>
          <p:cNvSpPr/>
          <p:nvPr/>
        </p:nvSpPr>
        <p:spPr>
          <a:xfrm>
            <a:off x="10149840" y="2816352"/>
            <a:ext cx="155448" cy="155448"/>
          </a:xfrm>
          <a:prstGeom prst="ellipse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de title"/>
          <p:cNvSpPr txBox="1"/>
          <p:nvPr/>
        </p:nvSpPr>
        <p:spPr>
          <a:xfrm>
            <a:off x="10607040" y="27432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terminal</a:t>
            </a:r>
          </a:p>
        </p:txBody>
      </p:sp>
      <p:sp>
        <p:nvSpPr>
          <p:cNvPr id="16" name="Code"/>
          <p:cNvSpPr txBox="1"/>
          <p:nvPr/>
        </p:nvSpPr>
        <p:spPr>
          <a:xfrm>
            <a:off x="9784080" y="3566160"/>
            <a:ext cx="731520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00FF97"/>
                </a:solidFill>
                <a:latin typeface="Space Mono"/>
                <a:cs typeface="Space Mono"/>
              </a:rPr>
              <a:t>$ </a:t>
            </a:r>
            <a:r>
              <a:rPr lang="fr-FR" sz="2016" b="0">
                <a:solidFill>
                  <a:srgbClr val="FFFFFF"/>
                </a:solidFill>
                <a:latin typeface="Space Mono"/>
                <a:cs typeface="Space Mono"/>
              </a:rPr>
              <a:t>npx tsc --noEmit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FF5F3A"/>
                </a:solidFill>
                <a:latin typeface="Space Mono"/>
                <a:cs typeface="Space Mono"/>
              </a:rPr>
              <a:t>typo.ts(2,36): error TS2561: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C9CFE6"/>
                </a:solidFill>
                <a:latin typeface="Space Mono"/>
                <a:cs typeface="Space Mono"/>
              </a:rPr>
              <a:t>'titel' does not exist in type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C9CFE6"/>
                </a:solidFill>
                <a:latin typeface="Space Mono"/>
                <a:cs typeface="Space Mono"/>
              </a:rPr>
              <a:t>'...GameCreateInput'.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00FF97"/>
                </a:solidFill>
                <a:latin typeface="Space Mono"/>
                <a:cs typeface="Space Mono"/>
              </a:rPr>
              <a:t>Did you mean to write 'title'?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FF5F3A"/>
                </a:solidFill>
                <a:latin typeface="Space Mono"/>
                <a:cs typeface="Space Mono"/>
              </a:rPr>
              <a:t>typo.ts(4,22): error TS2339: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C9CFE6"/>
                </a:solidFill>
                <a:latin typeface="Space Mono"/>
                <a:cs typeface="Space Mono"/>
              </a:rPr>
              <a:t>Property 'studio' does not exist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C9CFE6"/>
                </a:solidFill>
                <a:latin typeface="Space Mono"/>
                <a:cs typeface="Space Mono"/>
              </a:rPr>
              <a:t>on type '{ title: string; }'.</a:t>
            </a:r>
          </a:p>
        </p:txBody>
      </p:sp>
      <p:sp>
        <p:nvSpPr>
          <p:cNvPr id="17" name="Bandeau"/>
          <p:cNvSpPr/>
          <p:nvPr/>
        </p:nvSpPr>
        <p:spPr>
          <a:xfrm>
            <a:off x="914400" y="8641080"/>
            <a:ext cx="16459200" cy="96926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ndeauTx"/>
          <p:cNvSpPr txBox="1"/>
          <p:nvPr/>
        </p:nvSpPr>
        <p:spPr>
          <a:xfrm>
            <a:off x="1371600" y="8641080"/>
            <a:ext cx="1554480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400" b="0">
                <a:solidFill>
                  <a:srgbClr val="00FF97"/>
                </a:solidFill>
                <a:latin typeface="Space Mono"/>
                <a:cs typeface="Space Mono"/>
              </a:rPr>
              <a:t>{ LA FAUTE EST VUE AVANT MÊME DE LANCER LE SERVEUR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02 · Requêtes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LES NIVEAUX DE TYPAGE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14 / 24</a:t>
            </a:r>
          </a:p>
        </p:txBody>
      </p:sp>
      <p:pic>
        <p:nvPicPr>
          <p:cNvPr id="5" name="Meme brain" descr="Meme Expanding Brain : rows: any, as Game[], interface Game {}, Game (généré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28" y="2560320"/>
            <a:ext cx="4172463" cy="5852160"/>
          </a:xfrm>
          <a:prstGeom prst="rect">
            <a:avLst/>
          </a:prstGeom>
        </p:spPr>
      </p:pic>
      <p:sp>
        <p:nvSpPr>
          <p:cNvPr id="6" name="Carte"/>
          <p:cNvSpPr/>
          <p:nvPr/>
        </p:nvSpPr>
        <p:spPr>
          <a:xfrm>
            <a:off x="5652391" y="2560320"/>
            <a:ext cx="117212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arre"/>
          <p:cNvSpPr/>
          <p:nvPr/>
        </p:nvSpPr>
        <p:spPr>
          <a:xfrm>
            <a:off x="5652391" y="2560320"/>
            <a:ext cx="91440" cy="132588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18151" y="2697479"/>
            <a:ext cx="914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4800" b="0">
                <a:solidFill>
                  <a:srgbClr val="FF5F3A"/>
                </a:solidFill>
                <a:latin typeface="Anton"/>
                <a:cs typeface="Anto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3991" y="2743200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00" b="0">
                <a:solidFill>
                  <a:srgbClr val="181818"/>
                </a:solidFill>
                <a:latin typeface="Anton"/>
                <a:cs typeface="Anton"/>
              </a:rPr>
              <a:t>PG + SQL BRUT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3991" y="3291839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rows: any, TypeScript ne vérifie rien</a:t>
            </a:r>
          </a:p>
        </p:txBody>
      </p:sp>
      <p:sp>
        <p:nvSpPr>
          <p:cNvPr id="11" name="Carte"/>
          <p:cNvSpPr/>
          <p:nvPr/>
        </p:nvSpPr>
        <p:spPr>
          <a:xfrm>
            <a:off x="5652391" y="4069079"/>
            <a:ext cx="117212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rre"/>
          <p:cNvSpPr/>
          <p:nvPr/>
        </p:nvSpPr>
        <p:spPr>
          <a:xfrm>
            <a:off x="5652391" y="4069079"/>
            <a:ext cx="91440" cy="132588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18151" y="4206240"/>
            <a:ext cx="914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4800" b="0">
                <a:solidFill>
                  <a:srgbClr val="FF1EF7"/>
                </a:solidFill>
                <a:latin typeface="Anton"/>
                <a:cs typeface="Anto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3991" y="4251959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00" b="0">
                <a:solidFill>
                  <a:srgbClr val="181818"/>
                </a:solidFill>
                <a:latin typeface="Anton"/>
                <a:cs typeface="Anton"/>
              </a:rPr>
              <a:t>CAST À LA 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991" y="4800599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as Game[] : tu promets, TypeScript te croit</a:t>
            </a:r>
          </a:p>
        </p:txBody>
      </p:sp>
      <p:sp>
        <p:nvSpPr>
          <p:cNvPr id="16" name="Carte"/>
          <p:cNvSpPr/>
          <p:nvPr/>
        </p:nvSpPr>
        <p:spPr>
          <a:xfrm>
            <a:off x="5652391" y="5577840"/>
            <a:ext cx="117212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arre"/>
          <p:cNvSpPr/>
          <p:nvPr/>
        </p:nvSpPr>
        <p:spPr>
          <a:xfrm>
            <a:off x="5652391" y="5577840"/>
            <a:ext cx="91440" cy="132588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8151" y="5715000"/>
            <a:ext cx="914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4800" b="0">
                <a:solidFill>
                  <a:srgbClr val="013AFB"/>
                </a:solidFill>
                <a:latin typeface="Anton"/>
                <a:cs typeface="Anto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991" y="5760720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00" b="0">
                <a:solidFill>
                  <a:srgbClr val="181818"/>
                </a:solidFill>
                <a:latin typeface="Anton"/>
                <a:cs typeface="Anton"/>
              </a:rPr>
              <a:t>INTERFACE MAISON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3991" y="6309359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écrite à la main, elle se désynchronise du schema</a:t>
            </a:r>
          </a:p>
        </p:txBody>
      </p:sp>
      <p:sp>
        <p:nvSpPr>
          <p:cNvPr id="21" name="Carte"/>
          <p:cNvSpPr/>
          <p:nvPr/>
        </p:nvSpPr>
        <p:spPr>
          <a:xfrm>
            <a:off x="5652391" y="7086599"/>
            <a:ext cx="117212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rre"/>
          <p:cNvSpPr/>
          <p:nvPr/>
        </p:nvSpPr>
        <p:spPr>
          <a:xfrm>
            <a:off x="5652391" y="7086599"/>
            <a:ext cx="91440" cy="1325880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8151" y="7223759"/>
            <a:ext cx="914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4800" b="0">
                <a:solidFill>
                  <a:srgbClr val="0A8F5B"/>
                </a:solidFill>
                <a:latin typeface="Anton"/>
                <a:cs typeface="Anto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3991" y="7269479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00" b="0">
                <a:solidFill>
                  <a:srgbClr val="181818"/>
                </a:solidFill>
                <a:latin typeface="Anton"/>
                <a:cs typeface="Anton"/>
              </a:rPr>
              <a:t>TYPE GÉNÉRÉ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3991" y="7818119"/>
            <a:ext cx="10075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Game vient du schema, à jour après prisma generate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7512"/>
            <a:ext cx="2048256" cy="493776"/>
          </a:xfrm>
          <a:prstGeom prst="rect">
            <a:avLst/>
          </a:prstGeom>
        </p:spPr>
      </p:pic>
      <p:sp>
        <p:nvSpPr>
          <p:cNvPr id="102" name="Bloc1"/>
          <p:cNvSpPr/>
          <p:nvPr/>
        </p:nvSpPr>
        <p:spPr>
          <a:xfrm>
            <a:off x="14950440" y="1426464"/>
            <a:ext cx="1901952" cy="950976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Bloc2"/>
          <p:cNvSpPr/>
          <p:nvPr/>
        </p:nvSpPr>
        <p:spPr>
          <a:xfrm>
            <a:off x="16440912" y="2569464"/>
            <a:ext cx="1234440" cy="1234440"/>
          </a:xfrm>
          <a:prstGeom prst="rect">
            <a:avLst/>
          </a:prstGeom>
          <a:solidFill>
            <a:srgbClr val="00FF97">
              <a:alpha val="5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Bloc3"/>
          <p:cNvSpPr/>
          <p:nvPr/>
        </p:nvSpPr>
        <p:spPr>
          <a:xfrm>
            <a:off x="14996160" y="2761488"/>
            <a:ext cx="914400" cy="9144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NumPartie"/>
          <p:cNvSpPr txBox="1"/>
          <p:nvPr/>
        </p:nvSpPr>
        <p:spPr>
          <a:xfrm>
            <a:off x="14538960" y="80467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defTabSz="914445"/>
            <a:r>
              <a:rPr lang="fr-FR" sz="1800" spc="180">
                <a:solidFill>
                  <a:srgbClr val="00FF97"/>
                </a:solidFill>
                <a:latin typeface="Space Mono" pitchFamily="34" charset="0"/>
                <a:cs typeface="Space Mono"/>
              </a:rPr>
              <a:t>15 / 24</a:t>
            </a:r>
          </a:p>
        </p:txBody>
      </p:sp>
      <p:sp>
        <p:nvSpPr>
          <p:cNvPr id="106" name="TitrePartie"/>
          <p:cNvSpPr txBox="1"/>
          <p:nvPr/>
        </p:nvSpPr>
        <p:spPr>
          <a:xfrm>
            <a:off x="914400" y="3291840"/>
            <a:ext cx="16221456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>
              <a:lnSpc>
                <a:spcPct val="88000"/>
              </a:lnSpc>
            </a:pPr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LES RELATIONS</a:t>
            </a:r>
            <a:r>
              <a:rPr lang="fr-FR" sz="13200">
                <a:solidFill>
                  <a:srgbClr val="FF5F3A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07" name="SousPartie"/>
          <p:cNvSpPr txBox="1"/>
          <p:nvPr/>
        </p:nvSpPr>
        <p:spPr>
          <a:xfrm>
            <a:off x="914400" y="2651760"/>
            <a:ext cx="128016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250" dirty="0">
                <a:solidFill>
                  <a:srgbClr val="00FF97"/>
                </a:solidFill>
                <a:latin typeface="Space Mono"/>
                <a:cs typeface="Space Mono"/>
              </a:rPr>
              <a:t>&lt; Schema &amp; relations /&gt;</a:t>
            </a:r>
          </a:p>
        </p:txBody>
      </p:sp>
      <p:sp>
        <p:nvSpPr>
          <p:cNvPr id="108" name="Signature"/>
          <p:cNvSpPr txBox="1"/>
          <p:nvPr/>
        </p:nvSpPr>
        <p:spPr>
          <a:xfrm>
            <a:off x="914400" y="9125712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95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  <p:sp>
        <p:nvSpPr>
          <p:cNvPr id="109" name="Deco0"/>
          <p:cNvSpPr/>
          <p:nvPr/>
        </p:nvSpPr>
        <p:spPr>
          <a:xfrm>
            <a:off x="14685264" y="8860536"/>
            <a:ext cx="566928" cy="566928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0" name="Deco1"/>
          <p:cNvSpPr/>
          <p:nvPr/>
        </p:nvSpPr>
        <p:spPr>
          <a:xfrm>
            <a:off x="15389352" y="8860536"/>
            <a:ext cx="566928" cy="566928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1" name="Deco2"/>
          <p:cNvSpPr/>
          <p:nvPr/>
        </p:nvSpPr>
        <p:spPr>
          <a:xfrm>
            <a:off x="16093440" y="8860536"/>
            <a:ext cx="566928" cy="566928"/>
          </a:xfrm>
          <a:prstGeom prst="rect">
            <a:avLst/>
          </a:prstGeom>
          <a:solidFill>
            <a:srgbClr val="9AA3C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2" name="Deco3"/>
          <p:cNvSpPr/>
          <p:nvPr/>
        </p:nvSpPr>
        <p:spPr>
          <a:xfrm>
            <a:off x="16797528" y="8860536"/>
            <a:ext cx="566928" cy="566928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03 · Relations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1-N : UN JEU, DES JOUEURS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16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560320"/>
            <a:ext cx="5852160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Entete"/>
          <p:cNvSpPr/>
          <p:nvPr/>
        </p:nvSpPr>
        <p:spPr>
          <a:xfrm>
            <a:off x="914400" y="2560320"/>
            <a:ext cx="5852160" cy="73152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FFFF"/>
                </a:solidFill>
                <a:latin typeface="Anton"/>
                <a:cs typeface="Anton"/>
              </a:rPr>
              <a:t>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39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91839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9319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5720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String</a:t>
            </a:r>
          </a:p>
        </p:txBody>
      </p:sp>
      <p:sp>
        <p:nvSpPr>
          <p:cNvPr id="14" name="Surbrillance"/>
          <p:cNvSpPr/>
          <p:nvPr/>
        </p:nvSpPr>
        <p:spPr>
          <a:xfrm>
            <a:off x="960120" y="5248655"/>
            <a:ext cx="5760720" cy="566928"/>
          </a:xfrm>
          <a:prstGeom prst="rect">
            <a:avLst/>
          </a:prstGeom>
          <a:solidFill>
            <a:srgbClr val="FF1EF7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79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212079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Player[]</a:t>
            </a:r>
          </a:p>
        </p:txBody>
      </p:sp>
      <p:sp>
        <p:nvSpPr>
          <p:cNvPr id="17" name="Carte"/>
          <p:cNvSpPr/>
          <p:nvPr/>
        </p:nvSpPr>
        <p:spPr>
          <a:xfrm>
            <a:off x="11521440" y="2560320"/>
            <a:ext cx="5852160" cy="402335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Entete"/>
          <p:cNvSpPr/>
          <p:nvPr/>
        </p:nvSpPr>
        <p:spPr>
          <a:xfrm>
            <a:off x="11521440" y="2560320"/>
            <a:ext cx="5852160" cy="731520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95760" y="256032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FFFF"/>
                </a:solidFill>
                <a:latin typeface="Anton"/>
                <a:cs typeface="Anton"/>
              </a:rPr>
              <a:t>PLAYER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0" y="3291839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0" y="3291839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0" y="3931920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username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0" y="393192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4572000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0" y="45720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26" name="Surbrillance"/>
          <p:cNvSpPr/>
          <p:nvPr/>
        </p:nvSpPr>
        <p:spPr>
          <a:xfrm>
            <a:off x="11567160" y="5248655"/>
            <a:ext cx="5760720" cy="566928"/>
          </a:xfrm>
          <a:prstGeom prst="rect">
            <a:avLst/>
          </a:prstGeom>
          <a:solidFill>
            <a:srgbClr val="FF5F3A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95760" y="5212079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gameId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0" y="5212079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29" name="Surbrillance"/>
          <p:cNvSpPr/>
          <p:nvPr/>
        </p:nvSpPr>
        <p:spPr>
          <a:xfrm>
            <a:off x="11567160" y="5888736"/>
            <a:ext cx="5760720" cy="566928"/>
          </a:xfrm>
          <a:prstGeom prst="rect">
            <a:avLst/>
          </a:prstGeom>
          <a:solidFill>
            <a:srgbClr val="FF1EF7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95760" y="5852159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game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0" y="5852159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Game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0" y="4480560"/>
            <a:ext cx="4572000" cy="0"/>
          </a:xfrm>
          <a:prstGeom prst="line">
            <a:avLst/>
          </a:prstGeom>
          <a:ln w="38100">
            <a:solidFill>
              <a:srgbClr val="181818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6949440" y="38404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4000" b="0">
                <a:solidFill>
                  <a:srgbClr val="013AFB"/>
                </a:solidFill>
                <a:latin typeface="Anton"/>
                <a:cs typeface="Anton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840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4000" b="0">
                <a:solidFill>
                  <a:srgbClr val="0A8F5B"/>
                </a:solidFill>
                <a:latin typeface="Anton"/>
                <a:cs typeface="Anton"/>
              </a:rPr>
              <a:t>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4709160"/>
            <a:ext cx="2743200" cy="50292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470916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gameId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303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clé étrangère</a:t>
            </a:r>
          </a:p>
        </p:txBody>
      </p:sp>
      <p:sp>
        <p:nvSpPr>
          <p:cNvPr id="38" name="Code card"/>
          <p:cNvSpPr/>
          <p:nvPr/>
        </p:nvSpPr>
        <p:spPr>
          <a:xfrm>
            <a:off x="914400" y="6995160"/>
            <a:ext cx="16459200" cy="13716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7223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00FF97"/>
                </a:solidFill>
                <a:latin typeface="Anton"/>
                <a:cs typeface="Anton"/>
              </a:rPr>
              <a:t>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772667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dans Player</a:t>
            </a:r>
          </a:p>
        </p:txBody>
      </p:sp>
      <p:sp>
        <p:nvSpPr>
          <p:cNvPr id="41" name="Code"/>
          <p:cNvSpPr txBox="1"/>
          <p:nvPr/>
        </p:nvSpPr>
        <p:spPr>
          <a:xfrm>
            <a:off x="4754880" y="7315200"/>
            <a:ext cx="1225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fr-FR" sz="2496" b="0">
                <a:solidFill>
                  <a:srgbClr val="E4EAF6"/>
                </a:solidFill>
                <a:latin typeface="Space Mono"/>
                <a:cs typeface="Space Mono"/>
              </a:rPr>
              <a:t>game Game </a:t>
            </a:r>
            <a:r>
              <a:rPr lang="fr-FR" sz="2496" b="0">
                <a:solidFill>
                  <a:srgbClr val="FF1EF7"/>
                </a:solidFill>
                <a:latin typeface="Space Mono"/>
                <a:cs typeface="Space Mono"/>
              </a:rPr>
              <a:t>@relation</a:t>
            </a:r>
            <a:r>
              <a:rPr lang="fr-FR" sz="2496" b="0">
                <a:solidFill>
                  <a:srgbClr val="00FF97"/>
                </a:solidFill>
                <a:latin typeface="Space Mono"/>
                <a:cs typeface="Space Mono"/>
              </a:rPr>
              <a:t>(fields: [gameId], references: [id])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03 · Relations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INCLUDE CHARGE LA RELATION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17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560320"/>
            <a:ext cx="7955279" cy="5852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teBarre"/>
          <p:cNvSpPr/>
          <p:nvPr/>
        </p:nvSpPr>
        <p:spPr>
          <a:xfrm>
            <a:off x="914400" y="2560320"/>
            <a:ext cx="7955279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7223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400" b="0">
                <a:solidFill>
                  <a:srgbClr val="FF5F3A"/>
                </a:solidFill>
                <a:latin typeface="Anton"/>
                <a:cs typeface="Anton"/>
              </a:rPr>
              <a:t>SANS INCLUDE</a:t>
            </a:r>
          </a:p>
        </p:txBody>
      </p:sp>
      <p:sp>
        <p:nvSpPr>
          <p:cNvPr id="8" name="Appel"/>
          <p:cNvSpPr/>
          <p:nvPr/>
        </p:nvSpPr>
        <p:spPr>
          <a:xfrm>
            <a:off x="1280160" y="3520440"/>
            <a:ext cx="7223760" cy="1554480"/>
          </a:xfrm>
          <a:prstGeom prst="rect">
            <a:avLst/>
          </a:prstGeom>
          <a:solidFill>
            <a:srgbClr val="E4EA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520440"/>
            <a:ext cx="685800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prisma.game.findUnique({</a:t>
            </a:r>
          </a:p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  where: { id },</a:t>
            </a:r>
          </a:p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})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2040" y="5120640"/>
            <a:ext cx="0" cy="32004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4937760" y="28346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1 requête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5486400"/>
            <a:ext cx="7223760" cy="56692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19" y="548640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016" b="0">
                <a:solidFill>
                  <a:srgbClr val="00FF97"/>
                </a:solidFill>
                <a:latin typeface="Space Mono"/>
                <a:cs typeface="Space Mono"/>
              </a:rPr>
              <a:t>SELECT ... FROM "Game" WHERE id = $1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6126480"/>
            <a:ext cx="0" cy="91440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1280160" y="7086600"/>
            <a:ext cx="7223760" cy="86868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19" y="7086600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016" b="1">
                <a:solidFill>
                  <a:srgbClr val="181818"/>
                </a:solidFill>
                <a:latin typeface="Space Mono"/>
                <a:cs typeface="Space Mono"/>
              </a:rPr>
              <a:t>{ id, title, studio }</a:t>
            </a:r>
          </a:p>
        </p:txBody>
      </p:sp>
      <p:sp>
        <p:nvSpPr>
          <p:cNvPr id="17" name="Carte"/>
          <p:cNvSpPr/>
          <p:nvPr/>
        </p:nvSpPr>
        <p:spPr>
          <a:xfrm>
            <a:off x="9418320" y="2560320"/>
            <a:ext cx="7955279" cy="5852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rteBarre"/>
          <p:cNvSpPr/>
          <p:nvPr/>
        </p:nvSpPr>
        <p:spPr>
          <a:xfrm>
            <a:off x="9418320" y="2560320"/>
            <a:ext cx="7955279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0" y="2743200"/>
            <a:ext cx="72237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400" b="0">
                <a:solidFill>
                  <a:srgbClr val="0A8F5B"/>
                </a:solidFill>
                <a:latin typeface="Anton"/>
                <a:cs typeface="Anton"/>
              </a:rPr>
              <a:t>AVEC INCLUDE</a:t>
            </a:r>
          </a:p>
        </p:txBody>
      </p:sp>
      <p:sp>
        <p:nvSpPr>
          <p:cNvPr id="20" name="Appel"/>
          <p:cNvSpPr/>
          <p:nvPr/>
        </p:nvSpPr>
        <p:spPr>
          <a:xfrm>
            <a:off x="9784080" y="3520440"/>
            <a:ext cx="7223760" cy="1554480"/>
          </a:xfrm>
          <a:prstGeom prst="rect">
            <a:avLst/>
          </a:prstGeom>
          <a:solidFill>
            <a:srgbClr val="E4EAF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60" y="3520440"/>
            <a:ext cx="685800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prisma.game.findUnique({</a:t>
            </a:r>
          </a:p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  where: { id },</a:t>
            </a:r>
          </a:p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  include: { players: true },</a:t>
            </a:r>
          </a:p>
          <a:p>
            <a:pPr algn="l">
              <a:lnSpc>
                <a:spcPct val="105000"/>
              </a:lnSpc>
            </a:pPr>
            <a:r>
              <a:rPr lang="fr-FR" sz="2208" b="0">
                <a:solidFill>
                  <a:srgbClr val="181818"/>
                </a:solidFill>
                <a:latin typeface="Space Mono"/>
                <a:cs typeface="Space Mono"/>
              </a:rPr>
              <a:t>})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395960" y="5120640"/>
            <a:ext cx="0" cy="32004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13441680" y="28346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2 requêtes 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5486400"/>
            <a:ext cx="7223760" cy="56692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21240" y="548640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016" b="0">
                <a:solidFill>
                  <a:srgbClr val="00FF97"/>
                </a:solidFill>
                <a:latin typeface="Space Mono"/>
                <a:cs typeface="Space Mono"/>
              </a:rPr>
              <a:t>SELECT ... FROM "Game" WHERE id = $1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6126480"/>
            <a:ext cx="7223760" cy="56692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612648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016" b="0">
                <a:solidFill>
                  <a:srgbClr val="00FF97"/>
                </a:solidFill>
                <a:latin typeface="Space Mono"/>
                <a:cs typeface="Space Mono"/>
              </a:rPr>
              <a:t>SELECT ... FROM "Player" WHERE "gameId" = $1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395960" y="6766560"/>
            <a:ext cx="0" cy="27432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9784080" y="7086600"/>
            <a:ext cx="7223760" cy="868680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1240" y="7086600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016" b="1">
                <a:solidFill>
                  <a:srgbClr val="181818"/>
                </a:solidFill>
                <a:latin typeface="Space Mono"/>
                <a:cs typeface="Space Mono"/>
              </a:rPr>
              <a:t>{ id, title, studio, players: Player[]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03 · Relations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M-N : LA TABLE DE JOINTURE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18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560320"/>
            <a:ext cx="4572000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Entete"/>
          <p:cNvSpPr/>
          <p:nvPr/>
        </p:nvSpPr>
        <p:spPr>
          <a:xfrm>
            <a:off x="914400" y="2560320"/>
            <a:ext cx="4572000" cy="73152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FFFF"/>
                </a:solidFill>
                <a:latin typeface="Anton"/>
                <a:cs typeface="Anton"/>
              </a:rPr>
              <a:t>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39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91839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9319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5720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String</a:t>
            </a:r>
          </a:p>
        </p:txBody>
      </p:sp>
      <p:sp>
        <p:nvSpPr>
          <p:cNvPr id="14" name="Surbrillance"/>
          <p:cNvSpPr/>
          <p:nvPr/>
        </p:nvSpPr>
        <p:spPr>
          <a:xfrm>
            <a:off x="960120" y="5248655"/>
            <a:ext cx="4480560" cy="566928"/>
          </a:xfrm>
          <a:prstGeom prst="rect">
            <a:avLst/>
          </a:prstGeom>
          <a:solidFill>
            <a:srgbClr val="FF1EF7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79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212079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GameTag[]</a:t>
            </a:r>
          </a:p>
        </p:txBody>
      </p:sp>
      <p:sp>
        <p:nvSpPr>
          <p:cNvPr id="17" name="Carte"/>
          <p:cNvSpPr/>
          <p:nvPr/>
        </p:nvSpPr>
        <p:spPr>
          <a:xfrm>
            <a:off x="6858000" y="2560320"/>
            <a:ext cx="4572000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Entete"/>
          <p:cNvSpPr/>
          <p:nvPr/>
        </p:nvSpPr>
        <p:spPr>
          <a:xfrm>
            <a:off x="6858000" y="2560320"/>
            <a:ext cx="4572000" cy="73152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256032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FFFF"/>
                </a:solidFill>
                <a:latin typeface="Anton"/>
                <a:cs typeface="Anton"/>
              </a:rPr>
              <a:t>GAMETAG</a:t>
            </a:r>
          </a:p>
        </p:txBody>
      </p:sp>
      <p:sp>
        <p:nvSpPr>
          <p:cNvPr id="20" name="Surbrillance"/>
          <p:cNvSpPr/>
          <p:nvPr/>
        </p:nvSpPr>
        <p:spPr>
          <a:xfrm>
            <a:off x="6903720" y="3328415"/>
            <a:ext cx="4480560" cy="566928"/>
          </a:xfrm>
          <a:prstGeom prst="rect">
            <a:avLst/>
          </a:prstGeom>
          <a:solidFill>
            <a:srgbClr val="FF5F3A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3291839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gameId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91839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23" name="Surbrillance"/>
          <p:cNvSpPr/>
          <p:nvPr/>
        </p:nvSpPr>
        <p:spPr>
          <a:xfrm>
            <a:off x="6903720" y="3968496"/>
            <a:ext cx="4480560" cy="566928"/>
          </a:xfrm>
          <a:prstGeom prst="rect">
            <a:avLst/>
          </a:prstGeom>
          <a:solidFill>
            <a:srgbClr val="FF5F3A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393192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tagId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9319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57200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game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5720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Game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12079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212079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Tag</a:t>
            </a:r>
          </a:p>
        </p:txBody>
      </p:sp>
      <p:sp>
        <p:nvSpPr>
          <p:cNvPr id="30" name="Carte"/>
          <p:cNvSpPr/>
          <p:nvPr/>
        </p:nvSpPr>
        <p:spPr>
          <a:xfrm>
            <a:off x="12801600" y="2560320"/>
            <a:ext cx="4572000" cy="27431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ntete"/>
          <p:cNvSpPr/>
          <p:nvPr/>
        </p:nvSpPr>
        <p:spPr>
          <a:xfrm>
            <a:off x="12801600" y="2560320"/>
            <a:ext cx="4572000" cy="731520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075920" y="256032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800" b="0">
                <a:solidFill>
                  <a:srgbClr val="FFFFFF"/>
                </a:solidFill>
                <a:latin typeface="Anton"/>
                <a:cs typeface="Anton"/>
              </a:rPr>
              <a:t>TAG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5920" y="3291839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0" y="3291839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0" y="393192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0" y="39319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String</a:t>
            </a:r>
          </a:p>
        </p:txBody>
      </p:sp>
      <p:sp>
        <p:nvSpPr>
          <p:cNvPr id="37" name="Surbrillance"/>
          <p:cNvSpPr/>
          <p:nvPr/>
        </p:nvSpPr>
        <p:spPr>
          <a:xfrm>
            <a:off x="12847320" y="4608576"/>
            <a:ext cx="4480560" cy="566928"/>
          </a:xfrm>
          <a:prstGeom prst="rect">
            <a:avLst/>
          </a:prstGeom>
          <a:solidFill>
            <a:srgbClr val="FF1EF7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075920" y="457200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games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0" y="45720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fr-FR" sz="2304" b="0">
                <a:solidFill>
                  <a:srgbClr val="6B7189"/>
                </a:solidFill>
                <a:latin typeface="Space Mono"/>
                <a:cs typeface="Space Mono"/>
              </a:rPr>
              <a:t>GameTag[]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577840" y="4206240"/>
            <a:ext cx="1188720" cy="0"/>
          </a:xfrm>
          <a:prstGeom prst="line">
            <a:avLst/>
          </a:prstGeom>
          <a:ln w="38100">
            <a:solidFill>
              <a:srgbClr val="181818"/>
            </a:solidFill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5577840" y="3611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000" b="0">
                <a:solidFill>
                  <a:srgbClr val="013AFB"/>
                </a:solidFill>
                <a:latin typeface="Anton"/>
                <a:cs typeface="Anton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611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3000" b="0">
                <a:solidFill>
                  <a:srgbClr val="013AFB"/>
                </a:solidFill>
                <a:latin typeface="Anton"/>
                <a:cs typeface="Anton"/>
              </a:rPr>
              <a:t>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521440" y="4206240"/>
            <a:ext cx="1188720" cy="0"/>
          </a:xfrm>
          <a:prstGeom prst="line">
            <a:avLst/>
          </a:prstGeom>
          <a:ln w="38100">
            <a:solidFill>
              <a:srgbClr val="181818"/>
            </a:solidFill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11521440" y="3611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000" b="0">
                <a:solidFill>
                  <a:srgbClr val="013AFB"/>
                </a:solidFill>
                <a:latin typeface="Anton"/>
                <a:cs typeface="Anton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52960" y="3611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3000" b="0">
                <a:solidFill>
                  <a:srgbClr val="013AFB"/>
                </a:solidFill>
                <a:latin typeface="Anton"/>
                <a:cs typeface="Anton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6355080"/>
            <a:ext cx="4572000" cy="50292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60" y="635508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304" b="1">
                <a:solidFill>
                  <a:srgbClr val="FFFFFF"/>
                </a:solidFill>
                <a:latin typeface="Space Mono"/>
                <a:cs typeface="Space Mono"/>
              </a:rPr>
              <a:t>@@id([gameId, tagId])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903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2112" b="0">
                <a:solidFill>
                  <a:srgbClr val="6B7189"/>
                </a:solidFill>
                <a:latin typeface="Space Mono"/>
                <a:cs typeface="Space Mono"/>
              </a:rPr>
              <a:t>clé primaire composite</a:t>
            </a:r>
          </a:p>
        </p:txBody>
      </p:sp>
      <p:sp>
        <p:nvSpPr>
          <p:cNvPr id="49" name="Code card"/>
          <p:cNvSpPr/>
          <p:nvPr/>
        </p:nvSpPr>
        <p:spPr>
          <a:xfrm>
            <a:off x="914400" y="7589520"/>
            <a:ext cx="16459200" cy="17373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371600" y="7589520"/>
            <a:ext cx="1828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600" b="0">
                <a:solidFill>
                  <a:srgbClr val="00FF97"/>
                </a:solidFill>
                <a:latin typeface="Anton"/>
                <a:cs typeface="Anton"/>
              </a:rPr>
              <a:t>LIRE</a:t>
            </a:r>
          </a:p>
        </p:txBody>
      </p:sp>
      <p:sp>
        <p:nvSpPr>
          <p:cNvPr id="51" name="Code"/>
          <p:cNvSpPr txBox="1"/>
          <p:nvPr/>
        </p:nvSpPr>
        <p:spPr>
          <a:xfrm>
            <a:off x="3291840" y="7818120"/>
            <a:ext cx="1389888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E4EAF6"/>
                </a:solidFill>
                <a:latin typeface="Space Mono"/>
                <a:cs typeface="Space Mono"/>
              </a:rPr>
              <a:t>prisma.game.findMany({ where: { tags: { some: { tagId } } } })</a:t>
            </a:r>
          </a:p>
          <a:p>
            <a:pPr algn="l">
              <a:lnSpc>
                <a:spcPct val="130000"/>
              </a:lnSpc>
            </a:pPr>
            <a:r>
              <a:rPr lang="fr-FR" sz="2016" b="0">
                <a:solidFill>
                  <a:srgbClr val="C9CFE6"/>
                </a:solidFill>
                <a:latin typeface="Space Mono"/>
                <a:cs typeface="Space Mono"/>
              </a:rPr>
              <a:t>devient un WHERE EXISTS sur GameTag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7512"/>
            <a:ext cx="2048256" cy="493776"/>
          </a:xfrm>
          <a:prstGeom prst="rect">
            <a:avLst/>
          </a:prstGeom>
        </p:spPr>
      </p:pic>
      <p:sp>
        <p:nvSpPr>
          <p:cNvPr id="102" name="Bloc1"/>
          <p:cNvSpPr/>
          <p:nvPr/>
        </p:nvSpPr>
        <p:spPr>
          <a:xfrm>
            <a:off x="14950440" y="1426464"/>
            <a:ext cx="1901952" cy="950976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Bloc2"/>
          <p:cNvSpPr/>
          <p:nvPr/>
        </p:nvSpPr>
        <p:spPr>
          <a:xfrm>
            <a:off x="16440912" y="2569464"/>
            <a:ext cx="1234440" cy="1234440"/>
          </a:xfrm>
          <a:prstGeom prst="rect">
            <a:avLst/>
          </a:prstGeom>
          <a:solidFill>
            <a:srgbClr val="00FF97">
              <a:alpha val="5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Bloc3"/>
          <p:cNvSpPr/>
          <p:nvPr/>
        </p:nvSpPr>
        <p:spPr>
          <a:xfrm>
            <a:off x="14996160" y="2761488"/>
            <a:ext cx="914400" cy="9144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NumPartie"/>
          <p:cNvSpPr txBox="1"/>
          <p:nvPr/>
        </p:nvSpPr>
        <p:spPr>
          <a:xfrm>
            <a:off x="14538960" y="80467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defTabSz="914445"/>
            <a:r>
              <a:rPr lang="fr-FR" sz="1800" spc="180">
                <a:solidFill>
                  <a:srgbClr val="00FF97"/>
                </a:solidFill>
                <a:latin typeface="Space Mono" pitchFamily="34" charset="0"/>
                <a:cs typeface="Space Mono"/>
              </a:rPr>
              <a:t>19 / 24</a:t>
            </a:r>
          </a:p>
        </p:txBody>
      </p:sp>
      <p:sp>
        <p:nvSpPr>
          <p:cNvPr id="106" name="TitrePartie"/>
          <p:cNvSpPr txBox="1"/>
          <p:nvPr/>
        </p:nvSpPr>
        <p:spPr>
          <a:xfrm>
            <a:off x="914400" y="3291840"/>
            <a:ext cx="16221456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>
              <a:lnSpc>
                <a:spcPct val="88000"/>
              </a:lnSpc>
            </a:pPr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À VOUS</a:t>
            </a:r>
          </a:p>
          <a:p>
            <a:pPr defTabSz="914445">
              <a:lnSpc>
                <a:spcPct val="88000"/>
              </a:lnSpc>
            </a:pPr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DE JOUER</a:t>
            </a:r>
            <a:r>
              <a:rPr lang="fr-FR" sz="13200">
                <a:solidFill>
                  <a:srgbClr val="9AA3C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07" name="SousPartie"/>
          <p:cNvSpPr txBox="1"/>
          <p:nvPr/>
        </p:nvSpPr>
        <p:spPr>
          <a:xfrm>
            <a:off x="914400" y="2651760"/>
            <a:ext cx="128016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250" dirty="0">
                <a:solidFill>
                  <a:srgbClr val="00FF97"/>
                </a:solidFill>
                <a:latin typeface="Space Mono"/>
                <a:cs typeface="Space Mono"/>
              </a:rPr>
              <a:t>&lt; Mini-projets /&gt;</a:t>
            </a:r>
          </a:p>
        </p:txBody>
      </p:sp>
      <p:sp>
        <p:nvSpPr>
          <p:cNvPr id="108" name="Signature"/>
          <p:cNvSpPr txBox="1"/>
          <p:nvPr/>
        </p:nvSpPr>
        <p:spPr>
          <a:xfrm>
            <a:off x="914400" y="9125712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95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  <p:sp>
        <p:nvSpPr>
          <p:cNvPr id="109" name="Deco0"/>
          <p:cNvSpPr/>
          <p:nvPr/>
        </p:nvSpPr>
        <p:spPr>
          <a:xfrm>
            <a:off x="14685264" y="8860536"/>
            <a:ext cx="566928" cy="566928"/>
          </a:xfrm>
          <a:prstGeom prst="rect">
            <a:avLst/>
          </a:prstGeom>
          <a:solidFill>
            <a:srgbClr val="9AA3C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0" name="Deco1"/>
          <p:cNvSpPr/>
          <p:nvPr/>
        </p:nvSpPr>
        <p:spPr>
          <a:xfrm>
            <a:off x="15389352" y="8860536"/>
            <a:ext cx="566928" cy="566928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1" name="Deco2"/>
          <p:cNvSpPr/>
          <p:nvPr/>
        </p:nvSpPr>
        <p:spPr>
          <a:xfrm>
            <a:off x="16093440" y="8860536"/>
            <a:ext cx="566928" cy="566928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2" name="Deco3"/>
          <p:cNvSpPr/>
          <p:nvPr/>
        </p:nvSpPr>
        <p:spPr>
          <a:xfrm>
            <a:off x="16797528" y="8860536"/>
            <a:ext cx="566928" cy="566928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04 · À vous de jouer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SETUP EN 5 ÉTAPES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20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560320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rre"/>
          <p:cNvSpPr/>
          <p:nvPr/>
        </p:nvSpPr>
        <p:spPr>
          <a:xfrm>
            <a:off x="914400" y="2560320"/>
            <a:ext cx="91440" cy="105156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3600" b="0">
                <a:solidFill>
                  <a:srgbClr val="013AFB"/>
                </a:solidFill>
                <a:latin typeface="Anton"/>
                <a:cs typeface="Anton"/>
              </a:rPr>
              <a:t>1</a:t>
            </a:r>
          </a:p>
        </p:txBody>
      </p:sp>
      <p:pic>
        <p:nvPicPr>
          <p:cNvPr id="8" name="Icon package" descr="packag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07208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26517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INSTALLE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12724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1">
                <a:solidFill>
                  <a:srgbClr val="3A3F55"/>
                </a:solidFill>
                <a:latin typeface="Space Mono"/>
                <a:cs typeface="Space Mono"/>
              </a:rPr>
              <a:t>npm install</a:t>
            </a:r>
          </a:p>
        </p:txBody>
      </p:sp>
      <p:sp>
        <p:nvSpPr>
          <p:cNvPr id="11" name="Carte"/>
          <p:cNvSpPr/>
          <p:nvPr/>
        </p:nvSpPr>
        <p:spPr>
          <a:xfrm>
            <a:off x="914400" y="3721608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rre"/>
          <p:cNvSpPr/>
          <p:nvPr/>
        </p:nvSpPr>
        <p:spPr>
          <a:xfrm>
            <a:off x="914400" y="3721608"/>
            <a:ext cx="91440" cy="105156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721608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3600" b="0">
                <a:solidFill>
                  <a:srgbClr val="FF1EF7"/>
                </a:solidFill>
                <a:latin typeface="Anton"/>
                <a:cs typeface="Anton"/>
              </a:rPr>
              <a:t>2</a:t>
            </a:r>
          </a:p>
        </p:txBody>
      </p:sp>
      <p:pic>
        <p:nvPicPr>
          <p:cNvPr id="14" name="Icon database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968496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381304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CRÉE UNE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288536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1">
                <a:solidFill>
                  <a:srgbClr val="3A3F55"/>
                </a:solidFill>
                <a:latin typeface="Space Mono"/>
                <a:cs typeface="Space Mono"/>
              </a:rPr>
              <a:t>npx create-db</a:t>
            </a:r>
          </a:p>
        </p:txBody>
      </p:sp>
      <p:sp>
        <p:nvSpPr>
          <p:cNvPr id="17" name="Carte"/>
          <p:cNvSpPr/>
          <p:nvPr/>
        </p:nvSpPr>
        <p:spPr>
          <a:xfrm>
            <a:off x="914400" y="4882896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rre"/>
          <p:cNvSpPr/>
          <p:nvPr/>
        </p:nvSpPr>
        <p:spPr>
          <a:xfrm>
            <a:off x="914400" y="4882896"/>
            <a:ext cx="91440" cy="1051560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882896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3600" b="0">
                <a:solidFill>
                  <a:srgbClr val="0A8F5B"/>
                </a:solidFill>
                <a:latin typeface="Anton"/>
                <a:cs typeface="Anton"/>
              </a:rPr>
              <a:t>3</a:t>
            </a:r>
          </a:p>
        </p:txBody>
      </p:sp>
      <p:pic>
        <p:nvPicPr>
          <p:cNvPr id="20" name="Icon key-round" descr="key-roun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5129783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08960" y="497433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CONFIGURE .ENV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449824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1">
                <a:solidFill>
                  <a:srgbClr val="3A3F55"/>
                </a:solidFill>
                <a:latin typeface="Space Mono"/>
                <a:cs typeface="Space Mono"/>
              </a:rPr>
              <a:t>DATABASE_URL="..."</a:t>
            </a:r>
          </a:p>
        </p:txBody>
      </p:sp>
      <p:sp>
        <p:nvSpPr>
          <p:cNvPr id="23" name="Carte"/>
          <p:cNvSpPr/>
          <p:nvPr/>
        </p:nvSpPr>
        <p:spPr>
          <a:xfrm>
            <a:off x="914400" y="6044183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arre"/>
          <p:cNvSpPr/>
          <p:nvPr/>
        </p:nvSpPr>
        <p:spPr>
          <a:xfrm>
            <a:off x="914400" y="6044183"/>
            <a:ext cx="91440" cy="105156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6044183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3600" b="0">
                <a:solidFill>
                  <a:srgbClr val="FF5F3A"/>
                </a:solidFill>
                <a:latin typeface="Anton"/>
                <a:cs typeface="Anton"/>
              </a:rPr>
              <a:t>4</a:t>
            </a:r>
          </a:p>
        </p:txBody>
      </p:sp>
      <p:pic>
        <p:nvPicPr>
          <p:cNvPr id="26" name="Icon refresh-cw" descr="refresh-cw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291071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08960" y="6135623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GÉNÈRE LE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611112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1">
                <a:solidFill>
                  <a:srgbClr val="3A3F55"/>
                </a:solidFill>
                <a:latin typeface="Space Mono"/>
                <a:cs typeface="Space Mono"/>
              </a:rPr>
              <a:t>npx prisma generate</a:t>
            </a:r>
          </a:p>
        </p:txBody>
      </p:sp>
      <p:sp>
        <p:nvSpPr>
          <p:cNvPr id="29" name="Carte"/>
          <p:cNvSpPr/>
          <p:nvPr/>
        </p:nvSpPr>
        <p:spPr>
          <a:xfrm>
            <a:off x="914400" y="7205472"/>
            <a:ext cx="10607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arre"/>
          <p:cNvSpPr/>
          <p:nvPr/>
        </p:nvSpPr>
        <p:spPr>
          <a:xfrm>
            <a:off x="914400" y="7205472"/>
            <a:ext cx="91440" cy="105156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7205472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3600" b="0">
                <a:solidFill>
                  <a:srgbClr val="013AFB"/>
                </a:solidFill>
                <a:latin typeface="Anton"/>
                <a:cs typeface="Anton"/>
              </a:rPr>
              <a:t>5</a:t>
            </a:r>
          </a:p>
        </p:txBody>
      </p:sp>
      <p:pic>
        <p:nvPicPr>
          <p:cNvPr id="32" name="Icon play" descr="pla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745236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108960" y="72969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0" b="0">
                <a:solidFill>
                  <a:srgbClr val="181818"/>
                </a:solidFill>
                <a:latin typeface="Anton"/>
                <a:cs typeface="Anton"/>
              </a:rPr>
              <a:t>CODE 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77724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1">
                <a:solidFill>
                  <a:srgbClr val="3A3F55"/>
                </a:solidFill>
                <a:latin typeface="Space Mono"/>
                <a:cs typeface="Space Mono"/>
              </a:rPr>
              <a:t>mini-project-1/index.ts</a:t>
            </a:r>
          </a:p>
        </p:txBody>
      </p:sp>
      <p:sp>
        <p:nvSpPr>
          <p:cNvPr id="35" name="Code card"/>
          <p:cNvSpPr/>
          <p:nvPr/>
        </p:nvSpPr>
        <p:spPr>
          <a:xfrm>
            <a:off x="11887200" y="2560320"/>
            <a:ext cx="5486400" cy="30175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ot"/>
          <p:cNvSpPr/>
          <p:nvPr/>
        </p:nvSpPr>
        <p:spPr>
          <a:xfrm>
            <a:off x="12161520" y="2816352"/>
            <a:ext cx="155448" cy="155448"/>
          </a:xfrm>
          <a:prstGeom prst="ellipse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ot"/>
          <p:cNvSpPr/>
          <p:nvPr/>
        </p:nvSpPr>
        <p:spPr>
          <a:xfrm>
            <a:off x="12435840" y="2816352"/>
            <a:ext cx="155448" cy="155448"/>
          </a:xfrm>
          <a:prstGeom prst="ellipse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ot"/>
          <p:cNvSpPr/>
          <p:nvPr/>
        </p:nvSpPr>
        <p:spPr>
          <a:xfrm>
            <a:off x="12710160" y="2816352"/>
            <a:ext cx="155448" cy="155448"/>
          </a:xfrm>
          <a:prstGeom prst="ellipse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ode title"/>
          <p:cNvSpPr txBox="1"/>
          <p:nvPr/>
        </p:nvSpPr>
        <p:spPr>
          <a:xfrm>
            <a:off x="13167360" y="27432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112" b="0">
                <a:solidFill>
                  <a:srgbClr val="C9CFE6"/>
                </a:solidFill>
                <a:latin typeface="Space Mono"/>
                <a:cs typeface="Space Mono"/>
              </a:rPr>
              <a:t>.env</a:t>
            </a:r>
          </a:p>
        </p:txBody>
      </p:sp>
      <p:sp>
        <p:nvSpPr>
          <p:cNvPr id="40" name="Code"/>
          <p:cNvSpPr txBox="1"/>
          <p:nvPr/>
        </p:nvSpPr>
        <p:spPr>
          <a:xfrm>
            <a:off x="12252960" y="347472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fr-FR" sz="1920" b="0">
                <a:solidFill>
                  <a:srgbClr val="00FF97"/>
                </a:solidFill>
                <a:latin typeface="Space Mono"/>
                <a:cs typeface="Space Mono"/>
              </a:rPr>
              <a:t>DATABASE_URL=</a:t>
            </a:r>
          </a:p>
          <a:p>
            <a:pPr algn="l">
              <a:lnSpc>
                <a:spcPct val="125000"/>
              </a:lnSpc>
            </a:pPr>
            <a:r>
              <a:rPr lang="fr-FR" sz="1920" b="0">
                <a:solidFill>
                  <a:srgbClr val="C9CFE6"/>
                </a:solidFill>
                <a:latin typeface="Space Mono"/>
                <a:cs typeface="Space Mono"/>
              </a:rPr>
              <a:t>"postgres://...</a:t>
            </a:r>
          </a:p>
          <a:p>
            <a:pPr algn="l">
              <a:lnSpc>
                <a:spcPct val="125000"/>
              </a:lnSpc>
            </a:pPr>
            <a:r>
              <a:rPr lang="fr-FR" sz="1920" b="0">
                <a:solidFill>
                  <a:srgbClr val="FFFFFF"/>
                </a:solidFill>
                <a:latin typeface="Space Mono"/>
                <a:cs typeface="Space Mono"/>
              </a:rPr>
              <a:t>  ?sslmode=verify-full"</a:t>
            </a:r>
          </a:p>
          <a:p>
            <a:pPr algn="l">
              <a:lnSpc>
                <a:spcPct val="125000"/>
              </a:lnSpc>
            </a:pPr>
            <a:r>
              <a:rPr lang="fr-FR" sz="1920" b="0">
                <a:solidFill>
                  <a:srgbClr val="E4EAF6"/>
                </a:solidFill>
                <a:latin typeface="Space Mono"/>
                <a:cs typeface="Space Mon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fr-FR" sz="1920" b="0">
                <a:solidFill>
                  <a:srgbClr val="C9CFE6"/>
                </a:solidFill>
                <a:latin typeface="Space Mono"/>
                <a:cs typeface="Space Mono"/>
              </a:rPr>
              <a:t># require -&gt; verify-full</a:t>
            </a:r>
          </a:p>
        </p:txBody>
      </p:sp>
      <p:sp>
        <p:nvSpPr>
          <p:cNvPr id="41" name="Carte"/>
          <p:cNvSpPr/>
          <p:nvPr/>
        </p:nvSpPr>
        <p:spPr>
          <a:xfrm>
            <a:off x="11887200" y="5852160"/>
            <a:ext cx="54864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teBarre"/>
          <p:cNvSpPr/>
          <p:nvPr/>
        </p:nvSpPr>
        <p:spPr>
          <a:xfrm>
            <a:off x="11887200" y="5852160"/>
            <a:ext cx="5486400" cy="73152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252960" y="6080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4400" b="0">
                <a:solidFill>
                  <a:srgbClr val="181818"/>
                </a:solidFill>
                <a:latin typeface="Anton"/>
                <a:cs typeface="Anton"/>
              </a:rPr>
              <a:t>NODE 20.19+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52960" y="704088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requis par Prisma 7</a:t>
            </a:r>
          </a:p>
          <a:p>
            <a:pPr algn="l"/>
            <a:r>
              <a:rPr lang="fr-FR" sz="2304" b="0">
                <a:solidFill>
                  <a:srgbClr val="3A3F55"/>
                </a:solidFill>
                <a:latin typeface="Space Mono"/>
                <a:cs typeface="Space Mono"/>
              </a:rPr>
              <a:t>(et non Node 18)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04 · À vous de jouer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LES 3 MINI-PROJETS</a:t>
            </a:r>
            <a:r>
              <a:rPr lang="fr-FR" sz="6000" b="0">
                <a:solidFill>
                  <a:srgbClr val="00FF9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21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606040"/>
            <a:ext cx="50292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teBarre"/>
          <p:cNvSpPr/>
          <p:nvPr/>
        </p:nvSpPr>
        <p:spPr>
          <a:xfrm>
            <a:off x="914400" y="2606040"/>
            <a:ext cx="5029200" cy="73152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 table-properties" descr="table-properti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01752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28346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6400" b="0">
                <a:solidFill>
                  <a:srgbClr val="013AFB"/>
                </a:solidFill>
                <a:latin typeface="Anton"/>
                <a:cs typeface="Anto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0690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5200" b="0">
                <a:solidFill>
                  <a:srgbClr val="181818"/>
                </a:solidFill>
                <a:latin typeface="Anton"/>
                <a:cs typeface="Anton"/>
              </a:rPr>
              <a:t>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9834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013AFB"/>
                </a:solidFill>
                <a:latin typeface="Space Mono"/>
                <a:cs typeface="Space Mono"/>
              </a:rPr>
              <a:t>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486400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400"/>
              </a:spcAft>
              <a:buClr>
                <a:srgbClr val="013AFB"/>
              </a:buClr>
              <a:buFont typeface="Arial"/>
              <a:buChar char="▪"/>
            </a:pPr>
            <a:r>
              <a:rPr lang="fr-FR" sz="2016" b="0">
                <a:solidFill>
                  <a:srgbClr val="3A3F55"/>
                </a:solidFill>
                <a:latin typeface="Space Mono"/>
                <a:cs typeface="Space Mono"/>
              </a:rPr>
              <a:t>5 fonctions</a:t>
            </a:r>
          </a:p>
          <a:p>
            <a:pPr marL="292608" indent="-292608" algn="l">
              <a:spcAft>
                <a:spcPts val="400"/>
              </a:spcAft>
              <a:buClr>
                <a:srgbClr val="013AFB"/>
              </a:buClr>
              <a:buFont typeface="Arial"/>
              <a:buChar char="▪"/>
            </a:pPr>
            <a:r>
              <a:rPr lang="fr-FR" sz="2016" b="0">
                <a:solidFill>
                  <a:srgbClr val="3A3F55"/>
                </a:solidFill>
                <a:latin typeface="Space Mono"/>
                <a:cs typeface="Space Mono"/>
              </a:rPr>
              <a:t>create, find, update, delete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7223760"/>
            <a:ext cx="4206240" cy="685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39" y="722376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688" b="1">
                <a:solidFill>
                  <a:srgbClr val="00FF97"/>
                </a:solidFill>
                <a:latin typeface="Space Mono"/>
                <a:cs typeface="Space Mono"/>
              </a:rPr>
              <a:t>npm run test1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5394960"/>
            <a:ext cx="59436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15" name="Carte"/>
          <p:cNvSpPr/>
          <p:nvPr/>
        </p:nvSpPr>
        <p:spPr>
          <a:xfrm>
            <a:off x="6629400" y="2606040"/>
            <a:ext cx="50292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teBarre"/>
          <p:cNvSpPr/>
          <p:nvPr/>
        </p:nvSpPr>
        <p:spPr>
          <a:xfrm>
            <a:off x="6629400" y="2606040"/>
            <a:ext cx="5029200" cy="73152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git-branch" descr="git-bran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017520"/>
            <a:ext cx="82296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72600" y="28346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6400" b="0">
                <a:solidFill>
                  <a:srgbClr val="FF1EF7"/>
                </a:solidFill>
                <a:latin typeface="Anton"/>
                <a:cs typeface="Anton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690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5200" b="0">
                <a:solidFill>
                  <a:srgbClr val="181818"/>
                </a:solidFill>
                <a:latin typeface="Anton"/>
                <a:cs typeface="Anton"/>
              </a:rPr>
              <a:t>1-N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9834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FF1EF7"/>
                </a:solidFill>
                <a:latin typeface="Space Mono"/>
                <a:cs typeface="Space Mono"/>
              </a:rPr>
              <a:t>+ 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486400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400"/>
              </a:spcAft>
              <a:buClr>
                <a:srgbClr val="FF1EF7"/>
              </a:buClr>
              <a:buFont typeface="Arial"/>
              <a:buChar char="▪"/>
            </a:pPr>
            <a:r>
              <a:rPr lang="fr-FR" sz="2016" b="0">
                <a:solidFill>
                  <a:srgbClr val="3A3F55"/>
                </a:solidFill>
                <a:latin typeface="Space Mono"/>
                <a:cs typeface="Space Mono"/>
              </a:rPr>
              <a:t>5 fonctions</a:t>
            </a:r>
          </a:p>
          <a:p>
            <a:pPr marL="292608" indent="-292608" algn="l">
              <a:spcAft>
                <a:spcPts val="400"/>
              </a:spcAft>
              <a:buClr>
                <a:srgbClr val="FF1EF7"/>
              </a:buClr>
              <a:buFont typeface="Arial"/>
              <a:buChar char="▪"/>
            </a:pPr>
            <a:r>
              <a:rPr lang="fr-FR" sz="2016" b="0">
                <a:solidFill>
                  <a:srgbClr val="3A3F55"/>
                </a:solidFill>
                <a:latin typeface="Space Mono"/>
                <a:cs typeface="Space Mono"/>
              </a:rPr>
              <a:t>relation 1-N et include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7223760"/>
            <a:ext cx="4206240" cy="685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722376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688" b="1">
                <a:solidFill>
                  <a:srgbClr val="00FF97"/>
                </a:solidFill>
                <a:latin typeface="Space Mono"/>
                <a:cs typeface="Space Mono"/>
              </a:rPr>
              <a:t>npm run test2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704320" y="5394960"/>
            <a:ext cx="594360" cy="0"/>
          </a:xfrm>
          <a:prstGeom prst="line">
            <a:avLst/>
          </a:prstGeom>
          <a:ln w="31750">
            <a:solidFill>
              <a:srgbClr val="181818"/>
            </a:solidFill>
            <a:tailEnd type="triangle" w="med" len="med"/>
          </a:ln>
        </p:spPr>
      </p:cxnSp>
      <p:sp>
        <p:nvSpPr>
          <p:cNvPr id="25" name="Carte"/>
          <p:cNvSpPr/>
          <p:nvPr/>
        </p:nvSpPr>
        <p:spPr>
          <a:xfrm>
            <a:off x="12344400" y="2606040"/>
            <a:ext cx="50292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teBarre"/>
          <p:cNvSpPr/>
          <p:nvPr/>
        </p:nvSpPr>
        <p:spPr>
          <a:xfrm>
            <a:off x="12344400" y="2606040"/>
            <a:ext cx="5029200" cy="73152"/>
          </a:xfrm>
          <a:prstGeom prst="rect">
            <a:avLst/>
          </a:prstGeom>
          <a:solidFill>
            <a:srgbClr val="0A8F5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 shuffle" descr="shuff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0" y="3017520"/>
            <a:ext cx="822960" cy="822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0" y="283464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6400" b="0">
                <a:solidFill>
                  <a:srgbClr val="0A8F5B"/>
                </a:solidFill>
                <a:latin typeface="Anton"/>
                <a:cs typeface="Anton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55880" y="40690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5200" b="0">
                <a:solidFill>
                  <a:srgbClr val="181818"/>
                </a:solidFill>
                <a:latin typeface="Anton"/>
                <a:cs typeface="Anton"/>
              </a:rPr>
              <a:t>M-N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55880" y="49834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688" b="1">
                <a:solidFill>
                  <a:srgbClr val="0A8F5B"/>
                </a:solidFill>
                <a:latin typeface="Space Mono"/>
                <a:cs typeface="Space Mono"/>
              </a:rPr>
              <a:t>+ Tag, GameTag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5880" y="5486400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 algn="l">
              <a:spcAft>
                <a:spcPts val="400"/>
              </a:spcAft>
              <a:buClr>
                <a:srgbClr val="0A8F5B"/>
              </a:buClr>
              <a:buFont typeface="Arial"/>
              <a:buChar char="▪"/>
            </a:pPr>
            <a:r>
              <a:rPr lang="fr-FR" sz="2016" b="0">
                <a:solidFill>
                  <a:srgbClr val="3A3F55"/>
                </a:solidFill>
                <a:latin typeface="Space Mono"/>
                <a:cs typeface="Space Mono"/>
              </a:rPr>
              <a:t>6 fonctions</a:t>
            </a:r>
          </a:p>
          <a:p>
            <a:pPr marL="292608" indent="-292608" algn="l">
              <a:spcAft>
                <a:spcPts val="400"/>
              </a:spcAft>
              <a:buClr>
                <a:srgbClr val="0A8F5B"/>
              </a:buClr>
              <a:buFont typeface="Arial"/>
              <a:buChar char="▪"/>
            </a:pPr>
            <a:r>
              <a:rPr lang="fr-FR" sz="2016" b="0">
                <a:solidFill>
                  <a:srgbClr val="3A3F55"/>
                </a:solidFill>
                <a:latin typeface="Space Mono"/>
                <a:cs typeface="Space Mono"/>
              </a:rPr>
              <a:t>table de jointure explicite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55880" y="7223760"/>
            <a:ext cx="4206240" cy="685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93040" y="7223760"/>
            <a:ext cx="3931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688" b="1">
                <a:solidFill>
                  <a:srgbClr val="00FF97"/>
                </a:solidFill>
                <a:latin typeface="Space Mono"/>
                <a:cs typeface="Space Mono"/>
              </a:rPr>
              <a:t>npm run test3</a:t>
            </a:r>
          </a:p>
        </p:txBody>
      </p:sp>
      <p:sp>
        <p:nvSpPr>
          <p:cNvPr id="34" name="Bandeau"/>
          <p:cNvSpPr/>
          <p:nvPr/>
        </p:nvSpPr>
        <p:spPr>
          <a:xfrm>
            <a:off x="914400" y="8641080"/>
            <a:ext cx="16459200" cy="96926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andeauTx"/>
          <p:cNvSpPr txBox="1"/>
          <p:nvPr/>
        </p:nvSpPr>
        <p:spPr>
          <a:xfrm>
            <a:off x="1371600" y="8641080"/>
            <a:ext cx="1554480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2400" b="0">
                <a:solidFill>
                  <a:srgbClr val="00FF97"/>
                </a:solidFill>
                <a:latin typeface="Space Mono"/>
                <a:cs typeface="Space Mono"/>
              </a:rPr>
              <a:t>{ CHAQUE MINI-PROJET S'AJOUTE AU PRÉCÉDENT : NE SUPPRIME PAS TES MODÈLES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"/>
          <p:cNvSpPr txBox="1"/>
          <p:nvPr/>
        </p:nvSpPr>
        <p:spPr>
          <a:xfrm>
            <a:off x="914400" y="512064"/>
            <a:ext cx="11430000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1950" b="0" spc="273">
                <a:solidFill>
                  <a:srgbClr val="013AFB"/>
                </a:solidFill>
                <a:latin typeface="Space Mono"/>
                <a:cs typeface="Space Mono"/>
              </a:rPr>
              <a:t>&lt; 04 · À vous de jouer /&gt;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914400" y="941832"/>
            <a:ext cx="1397203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6000" b="0">
                <a:solidFill>
                  <a:srgbClr val="181818"/>
                </a:solidFill>
                <a:latin typeface="Anton"/>
                <a:cs typeface="Anton"/>
              </a:rPr>
              <a:t>4 PIÈGES AVANT DE CODER</a:t>
            </a:r>
            <a:r>
              <a:rPr lang="fr-FR" sz="6000" b="0">
                <a:solidFill>
                  <a:srgbClr val="FF1EF7"/>
                </a:solidFill>
                <a:latin typeface="Anton"/>
                <a:cs typeface="Anton"/>
              </a:rPr>
              <a:t>_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887200" y="5577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800" b="0">
                <a:solidFill>
                  <a:srgbClr val="6B7189"/>
                </a:solidFill>
                <a:latin typeface="Space Mono"/>
                <a:cs typeface="Space Mono"/>
              </a:rPr>
              <a:t>22 / 24</a:t>
            </a:r>
          </a:p>
        </p:txBody>
      </p:sp>
      <p:sp>
        <p:nvSpPr>
          <p:cNvPr id="5" name="Carte"/>
          <p:cNvSpPr/>
          <p:nvPr/>
        </p:nvSpPr>
        <p:spPr>
          <a:xfrm>
            <a:off x="914400" y="2560320"/>
            <a:ext cx="80924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loc code"/>
          <p:cNvSpPr/>
          <p:nvPr/>
        </p:nvSpPr>
        <p:spPr>
          <a:xfrm>
            <a:off x="914400" y="2560320"/>
            <a:ext cx="3017520" cy="2697480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onDelete: Cascade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88036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400" b="0">
                <a:solidFill>
                  <a:srgbClr val="181818"/>
                </a:solidFill>
                <a:latin typeface="Anton"/>
                <a:cs typeface="Anton"/>
              </a:rPr>
              <a:t>SUPPRIMER UN PARENT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840479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0">
                <a:solidFill>
                  <a:srgbClr val="3A3F55"/>
                </a:solidFill>
                <a:latin typeface="Space Mono"/>
                <a:cs typeface="Space Mono"/>
              </a:rPr>
              <a:t>Sans onDelete, supprimer un Tag lié à des jeux échoue (clé étrangère).</a:t>
            </a:r>
          </a:p>
        </p:txBody>
      </p:sp>
      <p:sp>
        <p:nvSpPr>
          <p:cNvPr id="10" name="Carte"/>
          <p:cNvSpPr/>
          <p:nvPr/>
        </p:nvSpPr>
        <p:spPr>
          <a:xfrm>
            <a:off x="9281160" y="2560320"/>
            <a:ext cx="80924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loc code"/>
          <p:cNvSpPr/>
          <p:nvPr/>
        </p:nvSpPr>
        <p:spPr>
          <a:xfrm>
            <a:off x="9281160" y="2560320"/>
            <a:ext cx="3017520" cy="2697480"/>
          </a:xfrm>
          <a:prstGeom prst="rect">
            <a:avLst/>
          </a:prstGeom>
          <a:solidFill>
            <a:srgbClr val="013A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0" y="2560320"/>
            <a:ext cx="274320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304" b="1">
                <a:solidFill>
                  <a:srgbClr val="FFFFFF"/>
                </a:solidFill>
                <a:latin typeface="Space Mono"/>
                <a:cs typeface="Space Mono"/>
              </a:rPr>
              <a:t>findUnique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4440" y="288036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400" b="0">
                <a:solidFill>
                  <a:srgbClr val="181818"/>
                </a:solidFill>
                <a:latin typeface="Anton"/>
                <a:cs typeface="Anton"/>
              </a:rPr>
              <a:t>ID INTROUVABLE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4440" y="3840479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0">
                <a:solidFill>
                  <a:srgbClr val="3A3F55"/>
                </a:solidFill>
                <a:latin typeface="Space Mono"/>
                <a:cs typeface="Space Mono"/>
              </a:rPr>
              <a:t>Renvoie null, pas une erreur. Vérifie null avant d'utiliser le résultat.</a:t>
            </a:r>
          </a:p>
        </p:txBody>
      </p:sp>
      <p:sp>
        <p:nvSpPr>
          <p:cNvPr id="15" name="Carte"/>
          <p:cNvSpPr/>
          <p:nvPr/>
        </p:nvSpPr>
        <p:spPr>
          <a:xfrm>
            <a:off x="914400" y="5486400"/>
            <a:ext cx="80924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loc code"/>
          <p:cNvSpPr/>
          <p:nvPr/>
        </p:nvSpPr>
        <p:spPr>
          <a:xfrm>
            <a:off x="914400" y="5486400"/>
            <a:ext cx="3017520" cy="2697480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274320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create-db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80644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400" b="0">
                <a:solidFill>
                  <a:srgbClr val="181818"/>
                </a:solidFill>
                <a:latin typeface="Anton"/>
                <a:cs typeface="Anton"/>
              </a:rPr>
              <a:t>BASE TEMPORAIRE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676656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0">
                <a:solidFill>
                  <a:srgbClr val="3A3F55"/>
                </a:solidFill>
                <a:latin typeface="Space Mono"/>
                <a:cs typeface="Space Mono"/>
              </a:rPr>
              <a:t>La base est supprimée au bout de 24h, sauf si tu la claim.</a:t>
            </a:r>
          </a:p>
        </p:txBody>
      </p:sp>
      <p:sp>
        <p:nvSpPr>
          <p:cNvPr id="20" name="Carte"/>
          <p:cNvSpPr/>
          <p:nvPr/>
        </p:nvSpPr>
        <p:spPr>
          <a:xfrm>
            <a:off x="9281160" y="5486400"/>
            <a:ext cx="80924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>
                <a:alpha val="14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loc code"/>
          <p:cNvSpPr/>
          <p:nvPr/>
        </p:nvSpPr>
        <p:spPr>
          <a:xfrm>
            <a:off x="9281160" y="5486400"/>
            <a:ext cx="3017520" cy="2697480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5486400"/>
            <a:ext cx="274320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2304" b="1">
                <a:solidFill>
                  <a:srgbClr val="181818"/>
                </a:solidFill>
                <a:latin typeface="Space Mono"/>
                <a:cs typeface="Space Mono"/>
              </a:rPr>
              <a:t>npm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64440" y="580644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400" b="0">
                <a:solidFill>
                  <a:srgbClr val="181818"/>
                </a:solidFill>
                <a:latin typeface="Anton"/>
                <a:cs typeface="Anton"/>
              </a:rPr>
              <a:t>LES TESTS VIDENT LA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4440" y="676656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2208" b="0">
                <a:solidFill>
                  <a:srgbClr val="3A3F55"/>
                </a:solidFill>
                <a:latin typeface="Space Mono"/>
                <a:cs typeface="Space Mono"/>
              </a:rPr>
              <a:t>Chaque test fait un deleteMany : jamais sur une base qui compte.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7512"/>
            <a:ext cx="2048256" cy="493776"/>
          </a:xfrm>
          <a:prstGeom prst="rect">
            <a:avLst/>
          </a:prstGeom>
        </p:spPr>
      </p:pic>
      <p:sp>
        <p:nvSpPr>
          <p:cNvPr id="102" name="Bloc1"/>
          <p:cNvSpPr/>
          <p:nvPr/>
        </p:nvSpPr>
        <p:spPr>
          <a:xfrm>
            <a:off x="14950440" y="1426464"/>
            <a:ext cx="1901952" cy="950976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Bloc2"/>
          <p:cNvSpPr/>
          <p:nvPr/>
        </p:nvSpPr>
        <p:spPr>
          <a:xfrm>
            <a:off x="16440912" y="2569464"/>
            <a:ext cx="1234440" cy="1234440"/>
          </a:xfrm>
          <a:prstGeom prst="rect">
            <a:avLst/>
          </a:prstGeom>
          <a:solidFill>
            <a:srgbClr val="00FF97">
              <a:alpha val="5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Bloc3"/>
          <p:cNvSpPr/>
          <p:nvPr/>
        </p:nvSpPr>
        <p:spPr>
          <a:xfrm>
            <a:off x="14996160" y="2761488"/>
            <a:ext cx="914400" cy="9144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NumPartie"/>
          <p:cNvSpPr txBox="1"/>
          <p:nvPr/>
        </p:nvSpPr>
        <p:spPr>
          <a:xfrm>
            <a:off x="14538960" y="804672"/>
            <a:ext cx="2834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 defTabSz="914445"/>
            <a:r>
              <a:rPr lang="fr-FR" sz="1800" spc="180">
                <a:solidFill>
                  <a:srgbClr val="00FF97"/>
                </a:solidFill>
                <a:latin typeface="Space Mono" pitchFamily="34" charset="0"/>
                <a:cs typeface="Space Mono"/>
              </a:rPr>
              <a:t>23 / 24</a:t>
            </a:r>
          </a:p>
        </p:txBody>
      </p:sp>
      <p:sp>
        <p:nvSpPr>
          <p:cNvPr id="106" name="TitrePartie"/>
          <p:cNvSpPr txBox="1"/>
          <p:nvPr/>
        </p:nvSpPr>
        <p:spPr>
          <a:xfrm>
            <a:off x="914400" y="3200400"/>
            <a:ext cx="16221456" cy="4754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>
              <a:lnSpc>
                <a:spcPct val="88000"/>
              </a:lnSpc>
            </a:pPr>
            <a:r>
              <a:rPr lang="fr-FR" sz="11000">
                <a:solidFill>
                  <a:srgbClr val="FFFFFF"/>
                </a:solidFill>
                <a:latin typeface="Anton" pitchFamily="34" charset="0"/>
                <a:cs typeface="Anton"/>
              </a:rPr>
              <a:t>CE N'EST PAS</a:t>
            </a:r>
          </a:p>
          <a:p>
            <a:pPr defTabSz="914445">
              <a:lnSpc>
                <a:spcPct val="88000"/>
              </a:lnSpc>
            </a:pPr>
            <a:r>
              <a:rPr lang="fr-FR" sz="11000">
                <a:solidFill>
                  <a:srgbClr val="FFFFFF"/>
                </a:solidFill>
                <a:latin typeface="Anton" pitchFamily="34" charset="0"/>
                <a:cs typeface="Anton"/>
              </a:rPr>
              <a:t>UNE COURSE</a:t>
            </a:r>
            <a:r>
              <a:rPr lang="fr-FR" sz="11000">
                <a:solidFill>
                  <a:srgbClr val="00FF9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07" name="SousPartie"/>
          <p:cNvSpPr txBox="1"/>
          <p:nvPr/>
        </p:nvSpPr>
        <p:spPr>
          <a:xfrm>
            <a:off x="914400" y="2651760"/>
            <a:ext cx="1280160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250" dirty="0">
                <a:solidFill>
                  <a:srgbClr val="00FF97"/>
                </a:solidFill>
                <a:latin typeface="Space Mono"/>
                <a:cs typeface="Space Mono"/>
              </a:rPr>
              <a:t>&lt; Règles du jeu /&gt;</a:t>
            </a:r>
          </a:p>
        </p:txBody>
      </p:sp>
      <p:sp>
        <p:nvSpPr>
          <p:cNvPr id="108" name="Signature"/>
          <p:cNvSpPr txBox="1"/>
          <p:nvPr/>
        </p:nvSpPr>
        <p:spPr>
          <a:xfrm>
            <a:off x="914400" y="9125712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95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  <p:sp>
        <p:nvSpPr>
          <p:cNvPr id="109" name="Deco0"/>
          <p:cNvSpPr/>
          <p:nvPr/>
        </p:nvSpPr>
        <p:spPr>
          <a:xfrm>
            <a:off x="14685264" y="8860536"/>
            <a:ext cx="566928" cy="566928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0" name="Deco1"/>
          <p:cNvSpPr/>
          <p:nvPr/>
        </p:nvSpPr>
        <p:spPr>
          <a:xfrm>
            <a:off x="15389352" y="8860536"/>
            <a:ext cx="566928" cy="566928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1" name="Deco2"/>
          <p:cNvSpPr/>
          <p:nvPr/>
        </p:nvSpPr>
        <p:spPr>
          <a:xfrm>
            <a:off x="16093440" y="8860536"/>
            <a:ext cx="566928" cy="566928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2" name="Deco3"/>
          <p:cNvSpPr/>
          <p:nvPr/>
        </p:nvSpPr>
        <p:spPr>
          <a:xfrm>
            <a:off x="16797528" y="8860536"/>
            <a:ext cx="566928" cy="566928"/>
          </a:xfrm>
          <a:prstGeom prst="rect">
            <a:avLst/>
          </a:prstGeom>
          <a:solidFill>
            <a:srgbClr val="9AA3C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3" name="Regle"/>
          <p:cNvSpPr txBox="1"/>
          <p:nvPr/>
        </p:nvSpPr>
        <p:spPr>
          <a:xfrm>
            <a:off x="914400" y="6931152"/>
            <a:ext cx="137160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2879" b="0" dirty="0">
                <a:solidFill>
                  <a:srgbClr val="FFFFFF"/>
                </a:solidFill>
                <a:latin typeface="Space Mono"/>
                <a:cs typeface="Space Mono"/>
              </a:rPr>
              <a:t>Un mini-projet à moitié fait mais compris vaut mieux qu'un projet fini en copié-collé.</a:t>
            </a:r>
          </a:p>
          <a:p>
            <a:pPr algn="l">
              <a:spcAft>
                <a:spcPts val="600"/>
              </a:spcAft>
            </a:pPr>
            <a:r>
              <a:rPr lang="fr-FR" sz="2879" b="0" dirty="0">
                <a:solidFill>
                  <a:srgbClr val="FFFFFF"/>
                </a:solidFill>
                <a:latin typeface="Space Mono"/>
                <a:cs typeface="Space Mono"/>
              </a:rPr>
              <a:t>Pose des questions, lis la doc, expérimente.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Epite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67512"/>
            <a:ext cx="2048256" cy="493776"/>
          </a:xfrm>
          <a:prstGeom prst="rect">
            <a:avLst/>
          </a:prstGeom>
        </p:spPr>
      </p:pic>
      <p:sp>
        <p:nvSpPr>
          <p:cNvPr id="102" name="Bloc1"/>
          <p:cNvSpPr/>
          <p:nvPr/>
        </p:nvSpPr>
        <p:spPr>
          <a:xfrm>
            <a:off x="14950440" y="1426464"/>
            <a:ext cx="1901952" cy="950976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3" name="Bloc2"/>
          <p:cNvSpPr/>
          <p:nvPr/>
        </p:nvSpPr>
        <p:spPr>
          <a:xfrm>
            <a:off x="16440912" y="2569464"/>
            <a:ext cx="1234440" cy="1234440"/>
          </a:xfrm>
          <a:prstGeom prst="rect">
            <a:avLst/>
          </a:prstGeom>
          <a:solidFill>
            <a:srgbClr val="00FF97">
              <a:alpha val="55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4" name="Bloc3"/>
          <p:cNvSpPr/>
          <p:nvPr/>
        </p:nvSpPr>
        <p:spPr>
          <a:xfrm>
            <a:off x="14996160" y="2761488"/>
            <a:ext cx="914400" cy="914400"/>
          </a:xfrm>
          <a:prstGeom prst="rect">
            <a:avLst/>
          </a:prstGeom>
          <a:solidFill>
            <a:srgbClr val="FFFFFF">
              <a:alpha val="28000"/>
            </a:srgbClr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5" name="Tx 105"/>
          <p:cNvSpPr txBox="1"/>
          <p:nvPr/>
        </p:nvSpPr>
        <p:spPr>
          <a:xfrm>
            <a:off x="914400" y="3840480"/>
            <a:ext cx="16221456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3200">
                <a:solidFill>
                  <a:srgbClr val="FFFFFF"/>
                </a:solidFill>
                <a:latin typeface="Anton" pitchFamily="34" charset="0"/>
                <a:cs typeface="Anton"/>
              </a:rPr>
              <a:t>Questions ?</a:t>
            </a:r>
            <a:r>
              <a:rPr lang="fr-FR" sz="13200">
                <a:solidFill>
                  <a:srgbClr val="00FF97"/>
                </a:solidFill>
                <a:latin typeface="Anton" pitchFamily="34" charset="0"/>
                <a:cs typeface="Anton"/>
              </a:rPr>
              <a:t>_</a:t>
            </a:r>
          </a:p>
        </p:txBody>
      </p:sp>
      <p:sp>
        <p:nvSpPr>
          <p:cNvPr id="106" name="Tx 106"/>
          <p:cNvSpPr txBox="1"/>
          <p:nvPr/>
        </p:nvSpPr>
        <p:spPr>
          <a:xfrm>
            <a:off x="914400" y="6492240"/>
            <a:ext cx="1280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2400">
                <a:solidFill>
                  <a:srgbClr val="00FF97"/>
                </a:solidFill>
                <a:latin typeface="Space Mono" pitchFamily="34" charset="0"/>
                <a:cs typeface="Space Mono"/>
              </a:rPr>
              <a:t>Bon courage pour les mini-projets.</a:t>
            </a:r>
          </a:p>
        </p:txBody>
      </p:sp>
      <p:sp>
        <p:nvSpPr>
          <p:cNvPr id="107" name="Tx 107"/>
          <p:cNvSpPr txBox="1"/>
          <p:nvPr/>
        </p:nvSpPr>
        <p:spPr>
          <a:xfrm>
            <a:off x="914400" y="9125712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defTabSz="914445"/>
            <a:r>
              <a:rPr lang="fr-FR" sz="1950">
                <a:solidFill>
                  <a:srgbClr val="00FF97"/>
                </a:solidFill>
                <a:latin typeface="Space Mono" pitchFamily="34" charset="0"/>
                <a:cs typeface="Space Mono"/>
              </a:rPr>
              <a:t>{ &lt;TECH TOGETHER TOMORROW&gt; }</a:t>
            </a:r>
          </a:p>
        </p:txBody>
      </p:sp>
      <p:sp>
        <p:nvSpPr>
          <p:cNvPr id="108" name="Deco0"/>
          <p:cNvSpPr/>
          <p:nvPr/>
        </p:nvSpPr>
        <p:spPr>
          <a:xfrm>
            <a:off x="14685264" y="8860536"/>
            <a:ext cx="566928" cy="566928"/>
          </a:xfrm>
          <a:prstGeom prst="rect">
            <a:avLst/>
          </a:prstGeom>
          <a:solidFill>
            <a:srgbClr val="00FF9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09" name="Deco1"/>
          <p:cNvSpPr/>
          <p:nvPr/>
        </p:nvSpPr>
        <p:spPr>
          <a:xfrm>
            <a:off x="15389352" y="8860536"/>
            <a:ext cx="566928" cy="566928"/>
          </a:xfrm>
          <a:prstGeom prst="rect">
            <a:avLst/>
          </a:prstGeom>
          <a:solidFill>
            <a:srgbClr val="FF1EF7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0" name="Deco2"/>
          <p:cNvSpPr/>
          <p:nvPr/>
        </p:nvSpPr>
        <p:spPr>
          <a:xfrm>
            <a:off x="16093440" y="8860536"/>
            <a:ext cx="566928" cy="566928"/>
          </a:xfrm>
          <a:prstGeom prst="rect">
            <a:avLst/>
          </a:prstGeom>
          <a:solidFill>
            <a:srgbClr val="FF5F3A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  <p:sp>
        <p:nvSpPr>
          <p:cNvPr id="111" name="Deco3"/>
          <p:cNvSpPr/>
          <p:nvPr/>
        </p:nvSpPr>
        <p:spPr>
          <a:xfrm>
            <a:off x="16797528" y="8860536"/>
            <a:ext cx="566928" cy="566928"/>
          </a:xfrm>
          <a:prstGeom prst="rect">
            <a:avLst/>
          </a:prstGeom>
          <a:solidFill>
            <a:srgbClr val="7EB9A6"/>
          </a:solidFill>
          <a:ln>
            <a:noFill/>
          </a:ln>
        </p:spPr>
        <p:txBody>
          <a:bodyPr lIns="0" tIns="0" rIns="0" bIns="0"/>
          <a:lstStyle/>
          <a:p>
            <a:pPr defTabSz="914445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6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0704D6-D2C3-49D0-B14B-B4796DF1974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60b0aaf-72c5-4000-9882-8a39c88244e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C3630D320B545B4B8D468FBA7E55E" ma:contentTypeVersion="11" ma:contentTypeDescription="Crée un document." ma:contentTypeScope="" ma:versionID="e353f5f97bfe8a0e11520aa4eabe42bb">
  <xsd:schema xmlns:xsd="http://www.w3.org/2001/XMLSchema" xmlns:xs="http://www.w3.org/2001/XMLSchema" xmlns:p="http://schemas.microsoft.com/office/2006/metadata/properties" xmlns:ns2="4e7f58e8-44c6-4557-a0c6-a603de56765c" targetNamespace="http://schemas.microsoft.com/office/2006/metadata/properties" ma:root="true" ma:fieldsID="a5eb8df48b089b3583ee498df0091c4a" ns2:_="">
    <xsd:import namespace="4e7f58e8-44c6-4557-a0c6-a603de5676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f58e8-44c6-4557-a0c6-a603de5676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7f58e8-44c6-4557-a0c6-a603de56765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ECD269-0DFB-42B4-A282-958C4508B9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7f58e8-44c6-4557-a0c6-a603de5676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7E8093-14C6-48A0-A779-AF66F6C1668B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42c50954-8156-4657-a960-04ca1a11827f"/>
    <ds:schemaRef ds:uri="282cc1ef-8d32-4afb-8677-c4ff6561ed51"/>
    <ds:schemaRef ds:uri="http://schemas.microsoft.com/office/infopath/2007/PartnerControls"/>
    <ds:schemaRef ds:uri="http://www.w3.org/XML/1998/namespace"/>
    <ds:schemaRef ds:uri="4e7f58e8-44c6-4557-a0c6-a603de56765c"/>
  </ds:schemaRefs>
</ds:datastoreItem>
</file>

<file path=customXml/itemProps3.xml><?xml version="1.0" encoding="utf-8"?>
<ds:datastoreItem xmlns:ds="http://schemas.openxmlformats.org/officeDocument/2006/customXml" ds:itemID="{ADB12945-8B7C-47B1-90CA-D0AE14A1ED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3029</Words>
  <Application>Microsoft Macintosh PowerPoint</Application>
  <PresentationFormat>Custom</PresentationFormat>
  <Paragraphs>429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Anton</vt:lpstr>
      <vt:lpstr>Arial</vt:lpstr>
      <vt:lpstr>Calibri</vt:lpstr>
      <vt:lpstr>Space Mono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Ilan Leroux pinchinat</cp:lastModifiedBy>
  <cp:revision>226</cp:revision>
  <dcterms:created xsi:type="dcterms:W3CDTF">2026-06-12T22:20:12Z</dcterms:created>
  <dcterms:modified xsi:type="dcterms:W3CDTF">2026-10-22T08:04:13Z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0x0101006DEC3630D320B545B4B8D468FBA7E55E</vt:lpwstr>
  </property>
  <property fmtid="{D5CDD505-2E9C-101B-9397-08002B2CF9AE}" pid="3" name="MediaServiceImageTags">
    <vt:lpwstr/>
  </property>
</Properties>
</file>